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4" r:id="rId4"/>
    <p:sldId id="257" r:id="rId5"/>
    <p:sldId id="261" r:id="rId6"/>
    <p:sldId id="259" r:id="rId7"/>
    <p:sldId id="260" r:id="rId8"/>
    <p:sldId id="256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C532CD-31E7-6989-DA14-B4A0B2F5B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D0B4BEE-3343-FC3C-DF46-B1BCFC113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935FAD-E79B-7EC6-79D0-FCBDA780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30B5CB-8105-FE87-39C2-19E0685F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92C30F-6F18-37CA-3655-4C42CEB4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9073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F417CE-A497-2E37-CB0D-3F40EA17F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50B153-EA33-213B-E00D-CF352946C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AA7DDF-FB99-7CE9-6C4F-638691209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C5F16A-00AC-2FAB-136B-488CA8CD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9FC6A3D-F8FD-B171-91BB-F9DB30D8E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58867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9B2080-9B90-166F-C255-10DED670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A251A-EBBF-D0F9-29EF-11D4874D2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E33F553-489A-5CE6-91BC-4A719ADBB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7B8B175-5391-96A8-A7BB-227EC607E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0758DE0-EA90-E60E-66EF-2C80479BF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7391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3A0D2C-09D6-0088-9215-80B1AFE35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B28F87-5060-3B0C-858B-76B578435B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48F1CCE-658A-415C-B96E-88A16C7FDA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59CB81-E241-86B2-CC25-25EC2A92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2E1E166-FF0F-EFE1-294F-41CF52AC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9DEC22-E602-6F40-790B-291EDBB4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124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9799E4-B8A6-1DB5-F263-6F152785C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36BE9A-5162-9C99-8B2E-A93A25111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CECCE2C-2668-A047-3BC0-CC1D7387C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5B8B640-E290-C5CB-1FE3-B4A5A674F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93C92C-E0D9-5D46-A622-1A04CA37EA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7A69C85-1A92-E883-DE2E-A3593B394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C44F173-6C42-B510-90E1-673A8AF45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5F038A7-53D8-2CF1-E49C-6E60572F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61918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E2BA49-8363-2BDA-B77D-964514B0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DAEABB-6D72-82DA-42EF-F57E13B6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ED5CF5-E274-1895-CB40-056D3D5E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173912-DB0C-B948-9CC0-925F079E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665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4E017D3-C29E-27A1-E6F4-79191E9AA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9570E9-4878-9E9D-18C2-4657581D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FBBC515-E1A9-5C91-E9E0-FDC69802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55167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CFBE91-BD33-2B40-48FD-FB9FEED5A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B84B47-F806-6BE7-38DF-604A68F54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0FEBA9C-464D-4622-FFB9-951626DE2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AF8E01B-124D-2901-4451-7BC6F8427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DF30544-4897-20DC-8E71-318FAD85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0B8DE9-BD16-529E-7333-7DDA2D6E0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278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66E14-EBBE-2A5B-F91F-EF3D698F3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407B218-1AF1-54D1-0321-94398B1D26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92322C-94CE-A785-983A-1EA03F2BD7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09CEA7-C039-3E6E-8313-5079573A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6C6F18-F4D9-E723-5458-96DE30006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D6BB37-3A6C-B235-1835-A680FDEE1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7605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406C34-8635-F72B-6513-39AE8E659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DCA6E4-5CBC-FE6E-5A19-E40B528F19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E4A40F-7429-A97A-4A72-EDABFE66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866F96-FD7F-B27A-758E-4570C2C6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F0D389B-BEBB-6A47-A242-68E91319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48489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9BF138-E60D-6833-F0A4-FD4E6E979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A05E6A-9128-B4D5-4A76-8685A5DD4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330BDF-94CA-21CC-DA79-5E97AC3B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F644B2-27B2-BEDA-8900-2596C064B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FBA2E-EA61-99E2-CE3D-5977D2AF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25365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33071FC-AA16-A9BE-579E-54805CA55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8DD349-21ED-2673-E553-66A900A7D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F513CE-90AB-78DF-6212-47ACA54934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C5C31-125A-46EE-B4E4-A02FD262AF98}" type="datetimeFigureOut">
              <a:rPr lang="fr-CA" smtClean="0"/>
              <a:t>2025-05-14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D24463C-F967-B80E-EF7F-C3599AB95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3B91D2-BBC5-1585-F9B5-10C92394A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1F2AE8-D3BB-4D0F-A04D-EFF43EA189A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27253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5C7AC-AE67-C315-F28F-ED8E81A23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061E159-4FE0-91CC-EF46-75482FAEAE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solidFill>
                      <a:srgbClr val="C0000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Qu’est-ce que le calcul différentiel ?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Le calcul différentiel est une branche des mathématiques qui étudie les taux de variation instantanée et les pentes des courbes, principalement à l’aide des dérivées.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solidFill>
                      <a:srgbClr val="C00000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C’est quoi une dérivée ?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dérivée d’une fonction </a:t>
                </a:r>
                <a14:m>
                  <m:oMath xmlns:m="http://schemas.openxmlformats.org/officeDocument/2006/math">
                    <m:r>
                      <a:rPr lang="fr-CA" sz="2200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une nouvelle fonction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b="0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mesurant le taux de variation instantané de </a:t>
                </a:r>
                <a14:m>
                  <m:oMath xmlns:m="http://schemas.openxmlformats.org/officeDocument/2006/math">
                    <m:r>
                      <a:rPr lang="fr-CA" sz="2200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 kern="10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 Elle mesure l'ampleur du changement de la valeur de la fonction (valeur de sortie) par rapport à un petit changement de son argument (valeur d’entrée).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fr-CA" sz="2200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fr-CA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CA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CA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CA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fr-CA" sz="2200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CA" sz="2200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fr-CA" sz="22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fr-CA" sz="22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CA" sz="2200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Δ</m:t>
                                  </m:r>
                                  <m: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CA" sz="2200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fr-CA" sz="2200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Δ</m:t>
                              </m:r>
                              <m:r>
                                <a:rPr lang="fr-CA" sz="2200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fr-CA" sz="22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061E159-4FE0-91CC-EF46-75482FAEA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  <a:blipFill>
                <a:blip r:embed="rId2"/>
                <a:stretch>
                  <a:fillRect l="-702" t="-496" r="-70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9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30D0E5-2859-549F-D456-1344EB7C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3A61E2-97E1-65EE-2B02-FD53091632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2C5C8C9-FF8F-90BD-F97F-66CD88B81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06" y="0"/>
            <a:ext cx="114173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393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23B24-D001-07C9-65C1-375ECE0A9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5233C7-6BA0-EB56-DC00-B759C386A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561" y="336430"/>
            <a:ext cx="11283351" cy="614200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2200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Pas à l’examen :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— Vérification de la continuité (section 1.7)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— Calcul d’une dérivée avec la définition</a:t>
            </a:r>
          </a:p>
          <a:p>
            <a:pPr marL="0" indent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fr-CA" sz="22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— Dérivation implicite (section 2.9)</a:t>
            </a:r>
            <a:endParaRPr lang="fr-CA" sz="2200" dirty="0">
              <a:effectLst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742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B2F0078-BD10-DDA3-B79A-EDF9DB87CF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Soit </a:t>
                </a:r>
                <a14:m>
                  <m:oMath xmlns:m="http://schemas.openxmlformats.org/officeDocument/2006/math">
                    <m:r>
                      <a:rPr lang="fr-CA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une fonction continue telle que :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/>
                  <a:t>—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CA" sz="220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Dom</m:t>
                        </m:r>
                      </m:e>
                      <m:sub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CA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fr-CA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—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continue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—  Le maximum absolu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Laquelle des affirmations suivantes est vraie ?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a)</a:t>
                </a:r>
                <a:r>
                  <a:rPr lang="fr-CA" sz="2200" b="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b)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c)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d)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On n’a pas assez d’information pour comparer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et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B2F0078-BD10-DDA3-B79A-EDF9DB87CF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  <a:blipFill>
                <a:blip r:embed="rId2"/>
                <a:stretch>
                  <a:fillRect l="-702" t="-49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303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C6A3B-98D9-5CC6-924A-A339EA195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B6DEDD7-9680-D83D-C10C-223E19BEA6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Soit </a:t>
                </a:r>
                <a14:m>
                  <m:oMath xmlns:m="http://schemas.openxmlformats.org/officeDocument/2006/math">
                    <m:r>
                      <a:rPr lang="fr-CA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une fonction continue telle que :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/>
                  <a:t>—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CA" sz="220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Dom</m:t>
                        </m:r>
                      </m:e>
                      <m:sub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CA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fr-CA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—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continue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—  La plus grande valeur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Lesquelles des affirmations suivantes sont vraies (s’il y en a) ?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a)</a:t>
                </a:r>
                <a:r>
                  <a:rPr lang="fr-CA" sz="2200" b="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 La fonction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b="0" i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 un minimum relatif en </a:t>
                </a:r>
                <a14:m>
                  <m:oMath xmlns:m="http://schemas.openxmlformats.org/officeDocument/2006/math"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fr-CA" sz="2200" b="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b)  </a:t>
                </a:r>
                <a:r>
                  <a:rPr lang="fr-CA" sz="2200" b="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b="0" i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 un maximum relatif en </a:t>
                </a:r>
                <a14:m>
                  <m:oMath xmlns:m="http://schemas.openxmlformats.org/officeDocument/2006/math"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fr-CA" sz="2200" b="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c)  </a:t>
                </a:r>
                <a:r>
                  <a:rPr lang="fr-CA" sz="2200" b="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b="0" i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 nécessairement un minimum absolu en </a:t>
                </a:r>
                <a14:m>
                  <m:oMath xmlns:m="http://schemas.openxmlformats.org/officeDocument/2006/math"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d)  </a:t>
                </a:r>
                <a:r>
                  <a:rPr lang="fr-CA" sz="2200" b="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b="0" i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A" sz="2200" b="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 nécessairement un maximum absolu en </a:t>
                </a:r>
                <a14:m>
                  <m:oMath xmlns:m="http://schemas.openxmlformats.org/officeDocument/2006/math"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fr-CA" sz="2200" b="0" i="1" dirty="0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e)  </a:t>
                </a: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b="0" i="1" smtClean="0">
                        <a:effectLst/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i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 nécessairement au moins un poin</a:t>
                </a: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t d’inflexion</a:t>
                </a:r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B6DEDD7-9680-D83D-C10C-223E19BEA6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  <a:blipFill>
                <a:blip r:embed="rId2"/>
                <a:stretch>
                  <a:fillRect l="-702" t="-49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8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5281A-0963-2979-7145-EB661714B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984F2E-C7F8-D799-3287-2D3A097FAB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Soit </a:t>
                </a:r>
                <a14:m>
                  <m:oMath xmlns:m="http://schemas.openxmlformats.org/officeDocument/2006/math">
                    <m:r>
                      <a:rPr lang="fr-CA" sz="22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une fonction continue telle que :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/>
                  <a:t>—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fr-CA" sz="2200"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Dom</m:t>
                        </m:r>
                      </m:e>
                      <m:sub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CA" sz="2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fr-CA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0, </m:t>
                        </m:r>
                        <m:r>
                          <a:rPr lang="fr-CA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fr-CA" sz="22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—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continue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—  La plus petite valeur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  <m:r>
                          <a:rPr lang="fr-CA" sz="22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Laquelle des affirmations suivantes est vraie ?</a:t>
                </a: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a)  </a:t>
                </a: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concave vers le haut sur son domaine.</a:t>
                </a:r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b)  </a:t>
                </a: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La fonction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est concave vers le bas sur son domaine.</a:t>
                </a:r>
                <a:endParaRPr lang="fr-CA" sz="2200" b="0" i="1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b="1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c)  </a:t>
                </a: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On ne peut rien conclure sur la concavité de </a:t>
                </a:r>
                <a14:m>
                  <m:oMath xmlns:m="http://schemas.openxmlformats.org/officeDocument/2006/math">
                    <m:r>
                      <a:rPr lang="fr-CA" sz="22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CA" sz="22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fr-CA" sz="2200" dirty="0">
                    <a:effectLst/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5984F2E-C7F8-D799-3287-2D3A097FAB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  <a:blipFill>
                <a:blip r:embed="rId2"/>
                <a:stretch>
                  <a:fillRect l="-702" t="-496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5131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EBF4C-C1C4-67DF-FD27-48335C7F0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44EE5A7-3B22-9B6D-BECB-EA4FD20837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Estimer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CA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CA" sz="2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fr-CA" sz="220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fr-CA" sz="22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g>
                          <m:e>
                            <m:r>
                              <a:rPr lang="fr-CA" sz="2200" b="0" i="1" smtClean="0">
                                <a:latin typeface="Cambria Math" panose="02040503050406030204" pitchFamily="18" charset="0"/>
                              </a:rPr>
                              <m:t>1,1</m:t>
                            </m:r>
                          </m:e>
                        </m:rad>
                      </m:den>
                    </m:f>
                  </m:oMath>
                </a14:m>
                <a:r>
                  <a:rPr lang="fr-CA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à l’aide d’une approximation linéaire. Écrire votre réponse finale au format décimal et arrondir au millième près.</a:t>
                </a:r>
                <a:endParaRPr lang="fr-CA" sz="2200" dirty="0">
                  <a:effectLst/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D44EE5A7-3B22-9B6D-BECB-EA4FD20837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9561" y="336430"/>
                <a:ext cx="11283351" cy="6142008"/>
              </a:xfrm>
              <a:blipFill>
                <a:blip r:embed="rId2"/>
                <a:stretch>
                  <a:fillRect l="-702" r="-702"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840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C:\Users\berubesy\AppData\Local\Microsoft\Windows\INetCache\Content.MSO\25B2059B.tmp">
            <a:extLst>
              <a:ext uri="{FF2B5EF4-FFF2-40B4-BE49-F238E27FC236}">
                <a16:creationId xmlns:a16="http://schemas.microsoft.com/office/drawing/2014/main" id="{F05319B3-78EC-DA60-9981-8402D33140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02" y="310014"/>
            <a:ext cx="10284995" cy="64452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AAB3FD9-D6C5-1FE7-A26B-FEEE0D9D4252}"/>
              </a:ext>
            </a:extLst>
          </p:cNvPr>
          <p:cNvSpPr txBox="1"/>
          <p:nvPr/>
        </p:nvSpPr>
        <p:spPr>
          <a:xfrm>
            <a:off x="849985" y="4378768"/>
            <a:ext cx="40708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Improviser quelques questions sur cette fonction !</a:t>
            </a:r>
          </a:p>
        </p:txBody>
      </p:sp>
    </p:spTree>
    <p:extLst>
      <p:ext uri="{BB962C8B-B14F-4D97-AF65-F5344CB8AC3E}">
        <p14:creationId xmlns:p14="http://schemas.microsoft.com/office/powerpoint/2010/main" val="351800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A8890-836A-C5B3-6436-415D8B691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6E43955-3A60-8DC3-8082-A86CDC77C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5241" y="380275"/>
            <a:ext cx="11801517" cy="6097450"/>
          </a:xfrm>
          <a:prstGeom prst="rect">
            <a:avLst/>
          </a:prstGeom>
          <a:ln w="76200" cmpd="thinThick">
            <a:solidFill>
              <a:schemeClr val="tx1">
                <a:lumMod val="50000"/>
                <a:lumOff val="50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1327518"/>
                      <a:gd name="connsiteY0" fmla="*/ 0 h 5850838"/>
                      <a:gd name="connsiteX1" fmla="*/ 596185 w 11327518"/>
                      <a:gd name="connsiteY1" fmla="*/ 0 h 5850838"/>
                      <a:gd name="connsiteX2" fmla="*/ 852545 w 11327518"/>
                      <a:gd name="connsiteY2" fmla="*/ 0 h 5850838"/>
                      <a:gd name="connsiteX3" fmla="*/ 1562005 w 11327518"/>
                      <a:gd name="connsiteY3" fmla="*/ 0 h 5850838"/>
                      <a:gd name="connsiteX4" fmla="*/ 1818365 w 11327518"/>
                      <a:gd name="connsiteY4" fmla="*/ 0 h 5850838"/>
                      <a:gd name="connsiteX5" fmla="*/ 2414550 w 11327518"/>
                      <a:gd name="connsiteY5" fmla="*/ 0 h 5850838"/>
                      <a:gd name="connsiteX6" fmla="*/ 3237285 w 11327518"/>
                      <a:gd name="connsiteY6" fmla="*/ 0 h 5850838"/>
                      <a:gd name="connsiteX7" fmla="*/ 4060021 w 11327518"/>
                      <a:gd name="connsiteY7" fmla="*/ 0 h 5850838"/>
                      <a:gd name="connsiteX8" fmla="*/ 4769481 w 11327518"/>
                      <a:gd name="connsiteY8" fmla="*/ 0 h 5850838"/>
                      <a:gd name="connsiteX9" fmla="*/ 5252391 w 11327518"/>
                      <a:gd name="connsiteY9" fmla="*/ 0 h 5850838"/>
                      <a:gd name="connsiteX10" fmla="*/ 5508751 w 11327518"/>
                      <a:gd name="connsiteY10" fmla="*/ 0 h 5850838"/>
                      <a:gd name="connsiteX11" fmla="*/ 5991661 w 11327518"/>
                      <a:gd name="connsiteY11" fmla="*/ 0 h 5850838"/>
                      <a:gd name="connsiteX12" fmla="*/ 6701121 w 11327518"/>
                      <a:gd name="connsiteY12" fmla="*/ 0 h 5850838"/>
                      <a:gd name="connsiteX13" fmla="*/ 7523857 w 11327518"/>
                      <a:gd name="connsiteY13" fmla="*/ 0 h 5850838"/>
                      <a:gd name="connsiteX14" fmla="*/ 7780216 w 11327518"/>
                      <a:gd name="connsiteY14" fmla="*/ 0 h 5850838"/>
                      <a:gd name="connsiteX15" fmla="*/ 8036576 w 11327518"/>
                      <a:gd name="connsiteY15" fmla="*/ 0 h 5850838"/>
                      <a:gd name="connsiteX16" fmla="*/ 8859311 w 11327518"/>
                      <a:gd name="connsiteY16" fmla="*/ 0 h 5850838"/>
                      <a:gd name="connsiteX17" fmla="*/ 9115671 w 11327518"/>
                      <a:gd name="connsiteY17" fmla="*/ 0 h 5850838"/>
                      <a:gd name="connsiteX18" fmla="*/ 9711856 w 11327518"/>
                      <a:gd name="connsiteY18" fmla="*/ 0 h 5850838"/>
                      <a:gd name="connsiteX19" fmla="*/ 10081491 w 11327518"/>
                      <a:gd name="connsiteY19" fmla="*/ 0 h 5850838"/>
                      <a:gd name="connsiteX20" fmla="*/ 10451126 w 11327518"/>
                      <a:gd name="connsiteY20" fmla="*/ 0 h 5850838"/>
                      <a:gd name="connsiteX21" fmla="*/ 11327518 w 11327518"/>
                      <a:gd name="connsiteY21" fmla="*/ 0 h 5850838"/>
                      <a:gd name="connsiteX22" fmla="*/ 11327518 w 11327518"/>
                      <a:gd name="connsiteY22" fmla="*/ 468067 h 5850838"/>
                      <a:gd name="connsiteX23" fmla="*/ 11327518 w 11327518"/>
                      <a:gd name="connsiteY23" fmla="*/ 877626 h 5850838"/>
                      <a:gd name="connsiteX24" fmla="*/ 11327518 w 11327518"/>
                      <a:gd name="connsiteY24" fmla="*/ 1462710 h 5850838"/>
                      <a:gd name="connsiteX25" fmla="*/ 11327518 w 11327518"/>
                      <a:gd name="connsiteY25" fmla="*/ 1989285 h 5850838"/>
                      <a:gd name="connsiteX26" fmla="*/ 11327518 w 11327518"/>
                      <a:gd name="connsiteY26" fmla="*/ 2515860 h 5850838"/>
                      <a:gd name="connsiteX27" fmla="*/ 11327518 w 11327518"/>
                      <a:gd name="connsiteY27" fmla="*/ 3042436 h 5850838"/>
                      <a:gd name="connsiteX28" fmla="*/ 11327518 w 11327518"/>
                      <a:gd name="connsiteY28" fmla="*/ 3451994 h 5850838"/>
                      <a:gd name="connsiteX29" fmla="*/ 11327518 w 11327518"/>
                      <a:gd name="connsiteY29" fmla="*/ 4154095 h 5850838"/>
                      <a:gd name="connsiteX30" fmla="*/ 11327518 w 11327518"/>
                      <a:gd name="connsiteY30" fmla="*/ 4856196 h 5850838"/>
                      <a:gd name="connsiteX31" fmla="*/ 11327518 w 11327518"/>
                      <a:gd name="connsiteY31" fmla="*/ 5265754 h 5850838"/>
                      <a:gd name="connsiteX32" fmla="*/ 11327518 w 11327518"/>
                      <a:gd name="connsiteY32" fmla="*/ 5850838 h 5850838"/>
                      <a:gd name="connsiteX33" fmla="*/ 10731333 w 11327518"/>
                      <a:gd name="connsiteY33" fmla="*/ 5850838 h 5850838"/>
                      <a:gd name="connsiteX34" fmla="*/ 10361698 w 11327518"/>
                      <a:gd name="connsiteY34" fmla="*/ 5850838 h 5850838"/>
                      <a:gd name="connsiteX35" fmla="*/ 9878788 w 11327518"/>
                      <a:gd name="connsiteY35" fmla="*/ 5850838 h 5850838"/>
                      <a:gd name="connsiteX36" fmla="*/ 9282603 w 11327518"/>
                      <a:gd name="connsiteY36" fmla="*/ 5850838 h 5850838"/>
                      <a:gd name="connsiteX37" fmla="*/ 8686418 w 11327518"/>
                      <a:gd name="connsiteY37" fmla="*/ 5850838 h 5850838"/>
                      <a:gd name="connsiteX38" fmla="*/ 7976957 w 11327518"/>
                      <a:gd name="connsiteY38" fmla="*/ 5850838 h 5850838"/>
                      <a:gd name="connsiteX39" fmla="*/ 7607323 w 11327518"/>
                      <a:gd name="connsiteY39" fmla="*/ 5850838 h 5850838"/>
                      <a:gd name="connsiteX40" fmla="*/ 7237688 w 11327518"/>
                      <a:gd name="connsiteY40" fmla="*/ 5850838 h 5850838"/>
                      <a:gd name="connsiteX41" fmla="*/ 6414952 w 11327518"/>
                      <a:gd name="connsiteY41" fmla="*/ 5850838 h 5850838"/>
                      <a:gd name="connsiteX42" fmla="*/ 5592217 w 11327518"/>
                      <a:gd name="connsiteY42" fmla="*/ 5850838 h 5850838"/>
                      <a:gd name="connsiteX43" fmla="*/ 4996032 w 11327518"/>
                      <a:gd name="connsiteY43" fmla="*/ 5850838 h 5850838"/>
                      <a:gd name="connsiteX44" fmla="*/ 4739672 w 11327518"/>
                      <a:gd name="connsiteY44" fmla="*/ 5850838 h 5850838"/>
                      <a:gd name="connsiteX45" fmla="*/ 4483312 w 11327518"/>
                      <a:gd name="connsiteY45" fmla="*/ 5850838 h 5850838"/>
                      <a:gd name="connsiteX46" fmla="*/ 3660577 w 11327518"/>
                      <a:gd name="connsiteY46" fmla="*/ 5850838 h 5850838"/>
                      <a:gd name="connsiteX47" fmla="*/ 3177667 w 11327518"/>
                      <a:gd name="connsiteY47" fmla="*/ 5850838 h 5850838"/>
                      <a:gd name="connsiteX48" fmla="*/ 2354931 w 11327518"/>
                      <a:gd name="connsiteY48" fmla="*/ 5850838 h 5850838"/>
                      <a:gd name="connsiteX49" fmla="*/ 1758746 w 11327518"/>
                      <a:gd name="connsiteY49" fmla="*/ 5850838 h 5850838"/>
                      <a:gd name="connsiteX50" fmla="*/ 1502387 w 11327518"/>
                      <a:gd name="connsiteY50" fmla="*/ 5850838 h 5850838"/>
                      <a:gd name="connsiteX51" fmla="*/ 1132752 w 11327518"/>
                      <a:gd name="connsiteY51" fmla="*/ 5850838 h 5850838"/>
                      <a:gd name="connsiteX52" fmla="*/ 649842 w 11327518"/>
                      <a:gd name="connsiteY52" fmla="*/ 5850838 h 5850838"/>
                      <a:gd name="connsiteX53" fmla="*/ 0 w 11327518"/>
                      <a:gd name="connsiteY53" fmla="*/ 5850838 h 5850838"/>
                      <a:gd name="connsiteX54" fmla="*/ 0 w 11327518"/>
                      <a:gd name="connsiteY54" fmla="*/ 5207246 h 5850838"/>
                      <a:gd name="connsiteX55" fmla="*/ 0 w 11327518"/>
                      <a:gd name="connsiteY55" fmla="*/ 4680670 h 5850838"/>
                      <a:gd name="connsiteX56" fmla="*/ 0 w 11327518"/>
                      <a:gd name="connsiteY56" fmla="*/ 4271112 h 5850838"/>
                      <a:gd name="connsiteX57" fmla="*/ 0 w 11327518"/>
                      <a:gd name="connsiteY57" fmla="*/ 3569011 h 5850838"/>
                      <a:gd name="connsiteX58" fmla="*/ 0 w 11327518"/>
                      <a:gd name="connsiteY58" fmla="*/ 3159453 h 5850838"/>
                      <a:gd name="connsiteX59" fmla="*/ 0 w 11327518"/>
                      <a:gd name="connsiteY59" fmla="*/ 2574369 h 5850838"/>
                      <a:gd name="connsiteX60" fmla="*/ 0 w 11327518"/>
                      <a:gd name="connsiteY60" fmla="*/ 1872268 h 5850838"/>
                      <a:gd name="connsiteX61" fmla="*/ 0 w 11327518"/>
                      <a:gd name="connsiteY61" fmla="*/ 1170168 h 5850838"/>
                      <a:gd name="connsiteX62" fmla="*/ 0 w 11327518"/>
                      <a:gd name="connsiteY62" fmla="*/ 526575 h 5850838"/>
                      <a:gd name="connsiteX63" fmla="*/ 0 w 11327518"/>
                      <a:gd name="connsiteY63" fmla="*/ 0 h 58508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</a:cxnLst>
                    <a:rect l="l" t="t" r="r" b="b"/>
                    <a:pathLst>
                      <a:path w="11327518" h="5850838" fill="none" extrusionOk="0">
                        <a:moveTo>
                          <a:pt x="0" y="0"/>
                        </a:moveTo>
                        <a:cubicBezTo>
                          <a:pt x="199623" y="-38443"/>
                          <a:pt x="325669" y="57039"/>
                          <a:pt x="596185" y="0"/>
                        </a:cubicBezTo>
                        <a:cubicBezTo>
                          <a:pt x="866701" y="-57039"/>
                          <a:pt x="787814" y="30420"/>
                          <a:pt x="852545" y="0"/>
                        </a:cubicBezTo>
                        <a:cubicBezTo>
                          <a:pt x="917276" y="-30420"/>
                          <a:pt x="1407839" y="47840"/>
                          <a:pt x="1562005" y="0"/>
                        </a:cubicBezTo>
                        <a:cubicBezTo>
                          <a:pt x="1716171" y="-47840"/>
                          <a:pt x="1731284" y="20803"/>
                          <a:pt x="1818365" y="0"/>
                        </a:cubicBezTo>
                        <a:cubicBezTo>
                          <a:pt x="1905446" y="-20803"/>
                          <a:pt x="2249380" y="26975"/>
                          <a:pt x="2414550" y="0"/>
                        </a:cubicBezTo>
                        <a:cubicBezTo>
                          <a:pt x="2579720" y="-26975"/>
                          <a:pt x="2915166" y="64698"/>
                          <a:pt x="3237285" y="0"/>
                        </a:cubicBezTo>
                        <a:cubicBezTo>
                          <a:pt x="3559405" y="-64698"/>
                          <a:pt x="3882863" y="66094"/>
                          <a:pt x="4060021" y="0"/>
                        </a:cubicBezTo>
                        <a:cubicBezTo>
                          <a:pt x="4237179" y="-66094"/>
                          <a:pt x="4467026" y="6500"/>
                          <a:pt x="4769481" y="0"/>
                        </a:cubicBezTo>
                        <a:cubicBezTo>
                          <a:pt x="5071936" y="-6500"/>
                          <a:pt x="5093310" y="50141"/>
                          <a:pt x="5252391" y="0"/>
                        </a:cubicBezTo>
                        <a:cubicBezTo>
                          <a:pt x="5411472" y="-50141"/>
                          <a:pt x="5436744" y="20958"/>
                          <a:pt x="5508751" y="0"/>
                        </a:cubicBezTo>
                        <a:cubicBezTo>
                          <a:pt x="5580758" y="-20958"/>
                          <a:pt x="5871744" y="16120"/>
                          <a:pt x="5991661" y="0"/>
                        </a:cubicBezTo>
                        <a:cubicBezTo>
                          <a:pt x="6111578" y="-16120"/>
                          <a:pt x="6531829" y="10514"/>
                          <a:pt x="6701121" y="0"/>
                        </a:cubicBezTo>
                        <a:cubicBezTo>
                          <a:pt x="6870413" y="-10514"/>
                          <a:pt x="7297743" y="27207"/>
                          <a:pt x="7523857" y="0"/>
                        </a:cubicBezTo>
                        <a:cubicBezTo>
                          <a:pt x="7749971" y="-27207"/>
                          <a:pt x="7695579" y="24095"/>
                          <a:pt x="7780216" y="0"/>
                        </a:cubicBezTo>
                        <a:cubicBezTo>
                          <a:pt x="7864853" y="-24095"/>
                          <a:pt x="7908775" y="28511"/>
                          <a:pt x="8036576" y="0"/>
                        </a:cubicBezTo>
                        <a:cubicBezTo>
                          <a:pt x="8164377" y="-28511"/>
                          <a:pt x="8574440" y="58668"/>
                          <a:pt x="8859311" y="0"/>
                        </a:cubicBezTo>
                        <a:cubicBezTo>
                          <a:pt x="9144182" y="-58668"/>
                          <a:pt x="8995791" y="2810"/>
                          <a:pt x="9115671" y="0"/>
                        </a:cubicBezTo>
                        <a:cubicBezTo>
                          <a:pt x="9235551" y="-2810"/>
                          <a:pt x="9498764" y="57817"/>
                          <a:pt x="9711856" y="0"/>
                        </a:cubicBezTo>
                        <a:cubicBezTo>
                          <a:pt x="9924949" y="-57817"/>
                          <a:pt x="9902014" y="42847"/>
                          <a:pt x="10081491" y="0"/>
                        </a:cubicBezTo>
                        <a:cubicBezTo>
                          <a:pt x="10260968" y="-42847"/>
                          <a:pt x="10339792" y="22130"/>
                          <a:pt x="10451126" y="0"/>
                        </a:cubicBezTo>
                        <a:cubicBezTo>
                          <a:pt x="10562461" y="-22130"/>
                          <a:pt x="11121904" y="104730"/>
                          <a:pt x="11327518" y="0"/>
                        </a:cubicBezTo>
                        <a:cubicBezTo>
                          <a:pt x="11349373" y="158838"/>
                          <a:pt x="11271907" y="341595"/>
                          <a:pt x="11327518" y="468067"/>
                        </a:cubicBezTo>
                        <a:cubicBezTo>
                          <a:pt x="11383129" y="594539"/>
                          <a:pt x="11290595" y="699903"/>
                          <a:pt x="11327518" y="877626"/>
                        </a:cubicBezTo>
                        <a:cubicBezTo>
                          <a:pt x="11364441" y="1055349"/>
                          <a:pt x="11311139" y="1291464"/>
                          <a:pt x="11327518" y="1462710"/>
                        </a:cubicBezTo>
                        <a:cubicBezTo>
                          <a:pt x="11343897" y="1633956"/>
                          <a:pt x="11294761" y="1835313"/>
                          <a:pt x="11327518" y="1989285"/>
                        </a:cubicBezTo>
                        <a:cubicBezTo>
                          <a:pt x="11360275" y="2143258"/>
                          <a:pt x="11268549" y="2293901"/>
                          <a:pt x="11327518" y="2515860"/>
                        </a:cubicBezTo>
                        <a:cubicBezTo>
                          <a:pt x="11386487" y="2737820"/>
                          <a:pt x="11281097" y="2825914"/>
                          <a:pt x="11327518" y="3042436"/>
                        </a:cubicBezTo>
                        <a:cubicBezTo>
                          <a:pt x="11373939" y="3258958"/>
                          <a:pt x="11295965" y="3331182"/>
                          <a:pt x="11327518" y="3451994"/>
                        </a:cubicBezTo>
                        <a:cubicBezTo>
                          <a:pt x="11359071" y="3572806"/>
                          <a:pt x="11274012" y="3937258"/>
                          <a:pt x="11327518" y="4154095"/>
                        </a:cubicBezTo>
                        <a:cubicBezTo>
                          <a:pt x="11381024" y="4370932"/>
                          <a:pt x="11290036" y="4655051"/>
                          <a:pt x="11327518" y="4856196"/>
                        </a:cubicBezTo>
                        <a:cubicBezTo>
                          <a:pt x="11365000" y="5057341"/>
                          <a:pt x="11326694" y="5162254"/>
                          <a:pt x="11327518" y="5265754"/>
                        </a:cubicBezTo>
                        <a:cubicBezTo>
                          <a:pt x="11328342" y="5369254"/>
                          <a:pt x="11321784" y="5710376"/>
                          <a:pt x="11327518" y="5850838"/>
                        </a:cubicBezTo>
                        <a:cubicBezTo>
                          <a:pt x="11072871" y="5862066"/>
                          <a:pt x="10962964" y="5846984"/>
                          <a:pt x="10731333" y="5850838"/>
                        </a:cubicBezTo>
                        <a:cubicBezTo>
                          <a:pt x="10499702" y="5854692"/>
                          <a:pt x="10526837" y="5846583"/>
                          <a:pt x="10361698" y="5850838"/>
                        </a:cubicBezTo>
                        <a:cubicBezTo>
                          <a:pt x="10196559" y="5855093"/>
                          <a:pt x="10057834" y="5830159"/>
                          <a:pt x="9878788" y="5850838"/>
                        </a:cubicBezTo>
                        <a:cubicBezTo>
                          <a:pt x="9699742" y="5871517"/>
                          <a:pt x="9550020" y="5787227"/>
                          <a:pt x="9282603" y="5850838"/>
                        </a:cubicBezTo>
                        <a:cubicBezTo>
                          <a:pt x="9015187" y="5914449"/>
                          <a:pt x="8809030" y="5811108"/>
                          <a:pt x="8686418" y="5850838"/>
                        </a:cubicBezTo>
                        <a:cubicBezTo>
                          <a:pt x="8563807" y="5890568"/>
                          <a:pt x="8300289" y="5835449"/>
                          <a:pt x="7976957" y="5850838"/>
                        </a:cubicBezTo>
                        <a:cubicBezTo>
                          <a:pt x="7653625" y="5866227"/>
                          <a:pt x="7763164" y="5821858"/>
                          <a:pt x="7607323" y="5850838"/>
                        </a:cubicBezTo>
                        <a:cubicBezTo>
                          <a:pt x="7451482" y="5879818"/>
                          <a:pt x="7369641" y="5823798"/>
                          <a:pt x="7237688" y="5850838"/>
                        </a:cubicBezTo>
                        <a:cubicBezTo>
                          <a:pt x="7105735" y="5877878"/>
                          <a:pt x="6614599" y="5773841"/>
                          <a:pt x="6414952" y="5850838"/>
                        </a:cubicBezTo>
                        <a:cubicBezTo>
                          <a:pt x="6215305" y="5927835"/>
                          <a:pt x="5870983" y="5845212"/>
                          <a:pt x="5592217" y="5850838"/>
                        </a:cubicBezTo>
                        <a:cubicBezTo>
                          <a:pt x="5313451" y="5856464"/>
                          <a:pt x="5130990" y="5785107"/>
                          <a:pt x="4996032" y="5850838"/>
                        </a:cubicBezTo>
                        <a:cubicBezTo>
                          <a:pt x="4861074" y="5916569"/>
                          <a:pt x="4798691" y="5847178"/>
                          <a:pt x="4739672" y="5850838"/>
                        </a:cubicBezTo>
                        <a:cubicBezTo>
                          <a:pt x="4680653" y="5854498"/>
                          <a:pt x="4582011" y="5838269"/>
                          <a:pt x="4483312" y="5850838"/>
                        </a:cubicBezTo>
                        <a:cubicBezTo>
                          <a:pt x="4384613" y="5863407"/>
                          <a:pt x="3858308" y="5760206"/>
                          <a:pt x="3660577" y="5850838"/>
                        </a:cubicBezTo>
                        <a:cubicBezTo>
                          <a:pt x="3462847" y="5941470"/>
                          <a:pt x="3331316" y="5821704"/>
                          <a:pt x="3177667" y="5850838"/>
                        </a:cubicBezTo>
                        <a:cubicBezTo>
                          <a:pt x="3024018" y="5879972"/>
                          <a:pt x="2605027" y="5800646"/>
                          <a:pt x="2354931" y="5850838"/>
                        </a:cubicBezTo>
                        <a:cubicBezTo>
                          <a:pt x="2104835" y="5901030"/>
                          <a:pt x="1968527" y="5805912"/>
                          <a:pt x="1758746" y="5850838"/>
                        </a:cubicBezTo>
                        <a:cubicBezTo>
                          <a:pt x="1548965" y="5895764"/>
                          <a:pt x="1627155" y="5831445"/>
                          <a:pt x="1502387" y="5850838"/>
                        </a:cubicBezTo>
                        <a:cubicBezTo>
                          <a:pt x="1377619" y="5870231"/>
                          <a:pt x="1243411" y="5808250"/>
                          <a:pt x="1132752" y="5850838"/>
                        </a:cubicBezTo>
                        <a:cubicBezTo>
                          <a:pt x="1022093" y="5893426"/>
                          <a:pt x="841842" y="5813802"/>
                          <a:pt x="649842" y="5850838"/>
                        </a:cubicBezTo>
                        <a:cubicBezTo>
                          <a:pt x="457842" y="5887874"/>
                          <a:pt x="316547" y="5817400"/>
                          <a:pt x="0" y="5850838"/>
                        </a:cubicBezTo>
                        <a:cubicBezTo>
                          <a:pt x="-23010" y="5667982"/>
                          <a:pt x="26371" y="5376550"/>
                          <a:pt x="0" y="5207246"/>
                        </a:cubicBezTo>
                        <a:cubicBezTo>
                          <a:pt x="-26371" y="5037942"/>
                          <a:pt x="52499" y="4836475"/>
                          <a:pt x="0" y="4680670"/>
                        </a:cubicBezTo>
                        <a:cubicBezTo>
                          <a:pt x="-52499" y="4524865"/>
                          <a:pt x="38164" y="4424291"/>
                          <a:pt x="0" y="4271112"/>
                        </a:cubicBezTo>
                        <a:cubicBezTo>
                          <a:pt x="-38164" y="4117933"/>
                          <a:pt x="13038" y="3901346"/>
                          <a:pt x="0" y="3569011"/>
                        </a:cubicBezTo>
                        <a:cubicBezTo>
                          <a:pt x="-13038" y="3236676"/>
                          <a:pt x="26246" y="3283733"/>
                          <a:pt x="0" y="3159453"/>
                        </a:cubicBezTo>
                        <a:cubicBezTo>
                          <a:pt x="-26246" y="3035173"/>
                          <a:pt x="16811" y="2759597"/>
                          <a:pt x="0" y="2574369"/>
                        </a:cubicBezTo>
                        <a:cubicBezTo>
                          <a:pt x="-16811" y="2389141"/>
                          <a:pt x="25008" y="2066581"/>
                          <a:pt x="0" y="1872268"/>
                        </a:cubicBezTo>
                        <a:cubicBezTo>
                          <a:pt x="-25008" y="1677955"/>
                          <a:pt x="19918" y="1408387"/>
                          <a:pt x="0" y="1170168"/>
                        </a:cubicBezTo>
                        <a:cubicBezTo>
                          <a:pt x="-19918" y="931949"/>
                          <a:pt x="41231" y="841743"/>
                          <a:pt x="0" y="526575"/>
                        </a:cubicBezTo>
                        <a:cubicBezTo>
                          <a:pt x="-41231" y="211407"/>
                          <a:pt x="52995" y="160001"/>
                          <a:pt x="0" y="0"/>
                        </a:cubicBezTo>
                        <a:close/>
                      </a:path>
                      <a:path w="11327518" h="5850838" stroke="0" extrusionOk="0">
                        <a:moveTo>
                          <a:pt x="0" y="0"/>
                        </a:moveTo>
                        <a:cubicBezTo>
                          <a:pt x="190339" y="-52346"/>
                          <a:pt x="344887" y="51323"/>
                          <a:pt x="482910" y="0"/>
                        </a:cubicBezTo>
                        <a:cubicBezTo>
                          <a:pt x="620933" y="-51323"/>
                          <a:pt x="675871" y="19361"/>
                          <a:pt x="739270" y="0"/>
                        </a:cubicBezTo>
                        <a:cubicBezTo>
                          <a:pt x="802669" y="-19361"/>
                          <a:pt x="1325916" y="92536"/>
                          <a:pt x="1562005" y="0"/>
                        </a:cubicBezTo>
                        <a:cubicBezTo>
                          <a:pt x="1798094" y="-92536"/>
                          <a:pt x="1929995" y="27160"/>
                          <a:pt x="2044915" y="0"/>
                        </a:cubicBezTo>
                        <a:cubicBezTo>
                          <a:pt x="2159835" y="-27160"/>
                          <a:pt x="2302190" y="26229"/>
                          <a:pt x="2527825" y="0"/>
                        </a:cubicBezTo>
                        <a:cubicBezTo>
                          <a:pt x="2753460" y="-26229"/>
                          <a:pt x="3158478" y="63046"/>
                          <a:pt x="3350561" y="0"/>
                        </a:cubicBezTo>
                        <a:cubicBezTo>
                          <a:pt x="3542644" y="-63046"/>
                          <a:pt x="3595952" y="25830"/>
                          <a:pt x="3720195" y="0"/>
                        </a:cubicBezTo>
                        <a:cubicBezTo>
                          <a:pt x="3844438" y="-25830"/>
                          <a:pt x="4252403" y="57654"/>
                          <a:pt x="4542931" y="0"/>
                        </a:cubicBezTo>
                        <a:cubicBezTo>
                          <a:pt x="4833459" y="-57654"/>
                          <a:pt x="5188070" y="23753"/>
                          <a:pt x="5365666" y="0"/>
                        </a:cubicBezTo>
                        <a:cubicBezTo>
                          <a:pt x="5543262" y="-23753"/>
                          <a:pt x="5832864" y="57122"/>
                          <a:pt x="5961852" y="0"/>
                        </a:cubicBezTo>
                        <a:cubicBezTo>
                          <a:pt x="6090840" y="-57122"/>
                          <a:pt x="6563315" y="36277"/>
                          <a:pt x="6784587" y="0"/>
                        </a:cubicBezTo>
                        <a:cubicBezTo>
                          <a:pt x="7005859" y="-36277"/>
                          <a:pt x="7061557" y="9086"/>
                          <a:pt x="7267497" y="0"/>
                        </a:cubicBezTo>
                        <a:cubicBezTo>
                          <a:pt x="7473437" y="-9086"/>
                          <a:pt x="7618214" y="16848"/>
                          <a:pt x="7750407" y="0"/>
                        </a:cubicBezTo>
                        <a:cubicBezTo>
                          <a:pt x="7882600" y="-16848"/>
                          <a:pt x="8156801" y="57895"/>
                          <a:pt x="8459867" y="0"/>
                        </a:cubicBezTo>
                        <a:cubicBezTo>
                          <a:pt x="8762933" y="-57895"/>
                          <a:pt x="8800897" y="52657"/>
                          <a:pt x="8942777" y="0"/>
                        </a:cubicBezTo>
                        <a:cubicBezTo>
                          <a:pt x="9084657" y="-52657"/>
                          <a:pt x="9551186" y="15908"/>
                          <a:pt x="9765513" y="0"/>
                        </a:cubicBezTo>
                        <a:cubicBezTo>
                          <a:pt x="9979840" y="-15908"/>
                          <a:pt x="10213960" y="26999"/>
                          <a:pt x="10588248" y="0"/>
                        </a:cubicBezTo>
                        <a:cubicBezTo>
                          <a:pt x="10962536" y="-26999"/>
                          <a:pt x="10964858" y="21158"/>
                          <a:pt x="11327518" y="0"/>
                        </a:cubicBezTo>
                        <a:cubicBezTo>
                          <a:pt x="11329404" y="204381"/>
                          <a:pt x="11289217" y="381973"/>
                          <a:pt x="11327518" y="526575"/>
                        </a:cubicBezTo>
                        <a:cubicBezTo>
                          <a:pt x="11365819" y="671178"/>
                          <a:pt x="11303432" y="760079"/>
                          <a:pt x="11327518" y="936134"/>
                        </a:cubicBezTo>
                        <a:cubicBezTo>
                          <a:pt x="11351604" y="1112189"/>
                          <a:pt x="11297919" y="1245027"/>
                          <a:pt x="11327518" y="1404201"/>
                        </a:cubicBezTo>
                        <a:cubicBezTo>
                          <a:pt x="11357117" y="1563375"/>
                          <a:pt x="11301602" y="1789758"/>
                          <a:pt x="11327518" y="2047793"/>
                        </a:cubicBezTo>
                        <a:cubicBezTo>
                          <a:pt x="11353434" y="2305828"/>
                          <a:pt x="11265423" y="2366097"/>
                          <a:pt x="11327518" y="2574369"/>
                        </a:cubicBezTo>
                        <a:cubicBezTo>
                          <a:pt x="11389613" y="2782641"/>
                          <a:pt x="11298050" y="2885977"/>
                          <a:pt x="11327518" y="3042436"/>
                        </a:cubicBezTo>
                        <a:cubicBezTo>
                          <a:pt x="11356986" y="3198895"/>
                          <a:pt x="11263295" y="3536795"/>
                          <a:pt x="11327518" y="3686028"/>
                        </a:cubicBezTo>
                        <a:cubicBezTo>
                          <a:pt x="11391741" y="3835261"/>
                          <a:pt x="11265829" y="4108878"/>
                          <a:pt x="11327518" y="4271112"/>
                        </a:cubicBezTo>
                        <a:cubicBezTo>
                          <a:pt x="11389207" y="4433346"/>
                          <a:pt x="11286850" y="4673434"/>
                          <a:pt x="11327518" y="4856196"/>
                        </a:cubicBezTo>
                        <a:cubicBezTo>
                          <a:pt x="11368186" y="5038958"/>
                          <a:pt x="11295571" y="5472768"/>
                          <a:pt x="11327518" y="5850838"/>
                        </a:cubicBezTo>
                        <a:cubicBezTo>
                          <a:pt x="11111307" y="5854150"/>
                          <a:pt x="10831911" y="5818363"/>
                          <a:pt x="10618058" y="5850838"/>
                        </a:cubicBezTo>
                        <a:cubicBezTo>
                          <a:pt x="10404205" y="5883313"/>
                          <a:pt x="10429394" y="5845042"/>
                          <a:pt x="10248423" y="5850838"/>
                        </a:cubicBezTo>
                        <a:cubicBezTo>
                          <a:pt x="10067452" y="5856634"/>
                          <a:pt x="9754262" y="5801999"/>
                          <a:pt x="9538963" y="5850838"/>
                        </a:cubicBezTo>
                        <a:cubicBezTo>
                          <a:pt x="9323664" y="5899677"/>
                          <a:pt x="9361173" y="5826118"/>
                          <a:pt x="9282603" y="5850838"/>
                        </a:cubicBezTo>
                        <a:cubicBezTo>
                          <a:pt x="9204033" y="5875558"/>
                          <a:pt x="8854828" y="5769311"/>
                          <a:pt x="8573143" y="5850838"/>
                        </a:cubicBezTo>
                        <a:cubicBezTo>
                          <a:pt x="8291458" y="5932365"/>
                          <a:pt x="8290328" y="5811605"/>
                          <a:pt x="8203508" y="5850838"/>
                        </a:cubicBezTo>
                        <a:cubicBezTo>
                          <a:pt x="8116688" y="5890071"/>
                          <a:pt x="8057882" y="5831319"/>
                          <a:pt x="7947148" y="5850838"/>
                        </a:cubicBezTo>
                        <a:cubicBezTo>
                          <a:pt x="7836414" y="5870357"/>
                          <a:pt x="7730897" y="5812334"/>
                          <a:pt x="7577513" y="5850838"/>
                        </a:cubicBezTo>
                        <a:cubicBezTo>
                          <a:pt x="7424129" y="5889342"/>
                          <a:pt x="7192735" y="5821747"/>
                          <a:pt x="6868053" y="5850838"/>
                        </a:cubicBezTo>
                        <a:cubicBezTo>
                          <a:pt x="6543371" y="5879929"/>
                          <a:pt x="6663453" y="5837340"/>
                          <a:pt x="6498418" y="5850838"/>
                        </a:cubicBezTo>
                        <a:cubicBezTo>
                          <a:pt x="6333383" y="5864336"/>
                          <a:pt x="6333602" y="5842292"/>
                          <a:pt x="6242059" y="5850838"/>
                        </a:cubicBezTo>
                        <a:cubicBezTo>
                          <a:pt x="6150516" y="5859384"/>
                          <a:pt x="6020687" y="5825363"/>
                          <a:pt x="5872424" y="5850838"/>
                        </a:cubicBezTo>
                        <a:cubicBezTo>
                          <a:pt x="5724161" y="5876313"/>
                          <a:pt x="5575375" y="5837302"/>
                          <a:pt x="5389514" y="5850838"/>
                        </a:cubicBezTo>
                        <a:cubicBezTo>
                          <a:pt x="5203653" y="5864374"/>
                          <a:pt x="4926543" y="5825923"/>
                          <a:pt x="4793329" y="5850838"/>
                        </a:cubicBezTo>
                        <a:cubicBezTo>
                          <a:pt x="4660116" y="5875753"/>
                          <a:pt x="4540325" y="5848753"/>
                          <a:pt x="4423694" y="5850838"/>
                        </a:cubicBezTo>
                        <a:cubicBezTo>
                          <a:pt x="4307063" y="5852923"/>
                          <a:pt x="3918926" y="5782362"/>
                          <a:pt x="3600958" y="5850838"/>
                        </a:cubicBezTo>
                        <a:cubicBezTo>
                          <a:pt x="3282990" y="5919314"/>
                          <a:pt x="3205131" y="5781166"/>
                          <a:pt x="3004773" y="5850838"/>
                        </a:cubicBezTo>
                        <a:cubicBezTo>
                          <a:pt x="2804415" y="5920510"/>
                          <a:pt x="2430364" y="5791142"/>
                          <a:pt x="2182038" y="5850838"/>
                        </a:cubicBezTo>
                        <a:cubicBezTo>
                          <a:pt x="1933712" y="5910534"/>
                          <a:pt x="1721636" y="5784395"/>
                          <a:pt x="1472577" y="5850838"/>
                        </a:cubicBezTo>
                        <a:cubicBezTo>
                          <a:pt x="1223518" y="5917281"/>
                          <a:pt x="1109801" y="5807946"/>
                          <a:pt x="989667" y="5850838"/>
                        </a:cubicBezTo>
                        <a:cubicBezTo>
                          <a:pt x="869533" y="5893730"/>
                          <a:pt x="205328" y="5801417"/>
                          <a:pt x="0" y="5850838"/>
                        </a:cubicBezTo>
                        <a:cubicBezTo>
                          <a:pt x="-47768" y="5640259"/>
                          <a:pt x="9501" y="5481500"/>
                          <a:pt x="0" y="5382771"/>
                        </a:cubicBezTo>
                        <a:cubicBezTo>
                          <a:pt x="-9501" y="5284042"/>
                          <a:pt x="61414" y="5039869"/>
                          <a:pt x="0" y="4797687"/>
                        </a:cubicBezTo>
                        <a:cubicBezTo>
                          <a:pt x="-61414" y="4555505"/>
                          <a:pt x="17056" y="4422475"/>
                          <a:pt x="0" y="4095587"/>
                        </a:cubicBezTo>
                        <a:cubicBezTo>
                          <a:pt x="-17056" y="3768699"/>
                          <a:pt x="35192" y="3648981"/>
                          <a:pt x="0" y="3393486"/>
                        </a:cubicBezTo>
                        <a:cubicBezTo>
                          <a:pt x="-35192" y="3137991"/>
                          <a:pt x="33394" y="3043799"/>
                          <a:pt x="0" y="2749894"/>
                        </a:cubicBezTo>
                        <a:cubicBezTo>
                          <a:pt x="-33394" y="2455989"/>
                          <a:pt x="74061" y="2397224"/>
                          <a:pt x="0" y="2106302"/>
                        </a:cubicBezTo>
                        <a:cubicBezTo>
                          <a:pt x="-74061" y="1815380"/>
                          <a:pt x="61623" y="1626672"/>
                          <a:pt x="0" y="1462710"/>
                        </a:cubicBezTo>
                        <a:cubicBezTo>
                          <a:pt x="-61623" y="1298748"/>
                          <a:pt x="8561" y="1145488"/>
                          <a:pt x="0" y="994642"/>
                        </a:cubicBezTo>
                        <a:cubicBezTo>
                          <a:pt x="-8561" y="843796"/>
                          <a:pt x="79509" y="259233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E15FDFF-31E0-3DA8-79FF-E006ADDD3137}"/>
              </a:ext>
            </a:extLst>
          </p:cNvPr>
          <p:cNvSpPr txBox="1"/>
          <p:nvPr/>
        </p:nvSpPr>
        <p:spPr>
          <a:xfrm>
            <a:off x="294715" y="4419177"/>
            <a:ext cx="40708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Trouver les</a:t>
            </a:r>
            <a:br>
              <a:rPr lang="fr-CA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CA" sz="36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points d’inflexion</a:t>
            </a:r>
          </a:p>
        </p:txBody>
      </p:sp>
    </p:spTree>
    <p:extLst>
      <p:ext uri="{BB962C8B-B14F-4D97-AF65-F5344CB8AC3E}">
        <p14:creationId xmlns:p14="http://schemas.microsoft.com/office/powerpoint/2010/main" val="2387820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416</Words>
  <Application>Microsoft Office PowerPoint</Application>
  <PresentationFormat>Grand écran</PresentationFormat>
  <Paragraphs>40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Cambria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Sylvain Bérubé</dc:creator>
  <cp:lastModifiedBy>Sylvain Bérubé</cp:lastModifiedBy>
  <cp:revision>8</cp:revision>
  <dcterms:created xsi:type="dcterms:W3CDTF">2025-05-13T04:34:46Z</dcterms:created>
  <dcterms:modified xsi:type="dcterms:W3CDTF">2025-05-14T16:39:34Z</dcterms:modified>
</cp:coreProperties>
</file>