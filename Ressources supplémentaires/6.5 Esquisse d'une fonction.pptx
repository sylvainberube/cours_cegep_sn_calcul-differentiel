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B98389-1F5C-431B-B957-46B67DFDB5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58D6365-37FD-41D3-A420-2BA49C6ADB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2224F59-7A72-495C-90B0-8CDC38E19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648B2-478E-47BC-82F7-846329DBAAFC}" type="datetimeFigureOut">
              <a:rPr lang="fr-CA" smtClean="0"/>
              <a:t>2025-03-22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3AF2B23-00C2-4891-AD73-F5B90559F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B484CAD-5D66-45D2-A077-272FB1178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4E321-5170-4CFB-B9F8-51992683D15D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29564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142094-6BC7-465A-8104-7E027E700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8C8052-F004-40B1-8F8C-9576291E7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0F155CC-0526-4561-A52B-6AD4E32C7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648B2-478E-47BC-82F7-846329DBAAFC}" type="datetimeFigureOut">
              <a:rPr lang="fr-CA" smtClean="0"/>
              <a:t>2025-03-22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B93688D-6EE4-4B69-8AA6-F6E942AFB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3BBC00-0B40-44ED-88CE-5B9BC87A3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4E321-5170-4CFB-B9F8-51992683D15D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72683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3AE2D8-15A7-46AB-938B-BC46AD297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266C2C-BD07-4332-AC87-4FEDA2638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E8D005-0926-4C14-A57A-78CA6F27F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648B2-478E-47BC-82F7-846329DBAAFC}" type="datetimeFigureOut">
              <a:rPr lang="fr-CA" smtClean="0"/>
              <a:t>2025-03-22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D51DD2-6BAB-44FD-BF3D-86E423B22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1824612-AF3F-4E48-90D2-CF4624D5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4E321-5170-4CFB-B9F8-51992683D15D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94416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8E82F0-A761-41D8-961F-AD8EBCC29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CAC25D-07EA-49D9-BE92-6DED7E18DE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699124D-AE78-48EA-ADCA-4137A63E3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31159A-2D0B-430C-A48C-8CCC33451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648B2-478E-47BC-82F7-846329DBAAFC}" type="datetimeFigureOut">
              <a:rPr lang="fr-CA" smtClean="0"/>
              <a:t>2025-03-22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575E650-5AB7-41E6-A8F4-EDF0E7B95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84B65CD-A56C-4AA9-982A-41E63872A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4E321-5170-4CFB-B9F8-51992683D15D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34279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822F84-FF97-413F-9F59-88077ACFC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7F09705-FB10-4838-9AC2-AF14673DF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CBFFF39-4F70-44C3-AA63-13C6689A0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14B670F-F889-4361-B58E-27FA29F32B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CF38736-1562-4C46-B1DA-EE6BD6F441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1E6D31C-7C3A-4E28-8BC6-04F1984C6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648B2-478E-47BC-82F7-846329DBAAFC}" type="datetimeFigureOut">
              <a:rPr lang="fr-CA" smtClean="0"/>
              <a:t>2025-03-22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7846685-6D91-4A65-91CC-DA7FE3829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2F67209-3F77-4FCD-8371-C6E8D8FCE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4E321-5170-4CFB-B9F8-51992683D15D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04267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0366F0-8EB8-4191-8BAA-10F315232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B38D5D6-C7C9-4B71-8859-FAFF3ECC4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648B2-478E-47BC-82F7-846329DBAAFC}" type="datetimeFigureOut">
              <a:rPr lang="fr-CA" smtClean="0"/>
              <a:t>2025-03-22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30810C8-A3FC-4938-867B-B4D249FA0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2BF35B9-0880-44FC-8814-E823DC165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4E321-5170-4CFB-B9F8-51992683D15D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65514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F06B816-8813-4E51-94AB-D26650273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648B2-478E-47BC-82F7-846329DBAAFC}" type="datetimeFigureOut">
              <a:rPr lang="fr-CA" smtClean="0"/>
              <a:t>2025-03-22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840CADB-F8E9-41C4-A4AB-B7ADCBD13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7B78D48-6EBE-491B-9BD8-F8E9BFE84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4E321-5170-4CFB-B9F8-51992683D15D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89718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0938D6-7900-41E1-82CE-9606149B7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B140816-B343-479B-9F7E-F25603A82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155914A-E70D-402B-9CC8-6C54687E9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128FB92-2295-4585-B731-53C1B67C8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648B2-478E-47BC-82F7-846329DBAAFC}" type="datetimeFigureOut">
              <a:rPr lang="fr-CA" smtClean="0"/>
              <a:t>2025-03-22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70F52C4-9E25-44A6-B9F8-787CE51B4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268DDD3-CD0D-4662-88C8-15705C1A0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4E321-5170-4CFB-B9F8-51992683D15D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11766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AC5E30-5CF1-4C5E-A06A-A3AF65F43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45F2D0D-EC0F-49DE-82B2-299797804B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AD19FB6-7CCB-4227-B3E4-0C78C6918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68BD76A-3A32-4B63-A98A-EF4E576CC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648B2-478E-47BC-82F7-846329DBAAFC}" type="datetimeFigureOut">
              <a:rPr lang="fr-CA" smtClean="0"/>
              <a:t>2025-03-22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19307B7-457F-4953-BF42-DFCD2323B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54BEF2D-D81C-4376-9E7E-33FFFFD4F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4E321-5170-4CFB-B9F8-51992683D15D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89391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76B4D3-E11D-41F9-A80F-2B24BB14B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951FBAF-DD63-40FD-AB04-1F8ADCBE6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3033348-E82A-4AA1-8B2E-DAE7BC0E2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648B2-478E-47BC-82F7-846329DBAAFC}" type="datetimeFigureOut">
              <a:rPr lang="fr-CA" smtClean="0"/>
              <a:t>2025-03-22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8CA744-8B5A-4D76-A12B-40C821C30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1AAF05-C3FB-423C-9DE3-85C81EFE1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4E321-5170-4CFB-B9F8-51992683D15D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0377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12BFC36-D0C3-4A97-BF6F-38FD23145F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9EE134E-E977-4200-BA8F-AF4428787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282833B-F12A-4190-AE52-EFE311D71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648B2-478E-47BC-82F7-846329DBAAFC}" type="datetimeFigureOut">
              <a:rPr lang="fr-CA" smtClean="0"/>
              <a:t>2025-03-22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E0F2A2-312F-4995-8186-4B8436B42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2A78594-611E-4B01-9053-151AE3F61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4E321-5170-4CFB-B9F8-51992683D15D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25084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9F8DC4E-200D-4260-BAC6-10D6163D2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7630915-953A-41C4-BA64-D34E365CC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BD4627D-EC1B-41B0-B882-C8970EEBDD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3648B2-478E-47BC-82F7-846329DBAAFC}" type="datetimeFigureOut">
              <a:rPr lang="fr-CA" smtClean="0"/>
              <a:t>2025-03-22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2C3796-E06A-49B9-92C3-D788B27AEB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B36024-DCEE-4A29-9B2A-D507E7DCE0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4E321-5170-4CFB-B9F8-51992683D15D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66567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CAA926-27DF-4CDD-AA08-10BF836E7A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>
                <a:latin typeface="Cambria" panose="02040503050406030204" pitchFamily="18" charset="0"/>
                <a:ea typeface="Cambria" panose="02040503050406030204" pitchFamily="18" charset="0"/>
              </a:rPr>
              <a:t>6.5 Esquisse de la courbe décrite par une fonction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F48225F-75A5-4462-AEEB-8EA10B9F72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77102"/>
            <a:ext cx="9144000" cy="1655762"/>
          </a:xfrm>
        </p:spPr>
        <p:txBody>
          <a:bodyPr/>
          <a:lstStyle/>
          <a:p>
            <a:r>
              <a:rPr lang="fr-CA" dirty="0">
                <a:latin typeface="Cambria" panose="02040503050406030204" pitchFamily="18" charset="0"/>
                <a:ea typeface="Cambria" panose="02040503050406030204" pitchFamily="18" charset="0"/>
              </a:rPr>
              <a:t>Cégep de Sherbrooke</a:t>
            </a:r>
          </a:p>
          <a:p>
            <a:r>
              <a:rPr lang="fr-CA" dirty="0">
                <a:latin typeface="Cambria" panose="02040503050406030204" pitchFamily="18" charset="0"/>
                <a:ea typeface="Cambria" panose="02040503050406030204" pitchFamily="18" charset="0"/>
              </a:rPr>
              <a:t>Calcul différentiel (201-SN2-RE)</a:t>
            </a:r>
          </a:p>
          <a:p>
            <a:r>
              <a:rPr lang="fr-CA" dirty="0">
                <a:latin typeface="Cambria" panose="02040503050406030204" pitchFamily="18" charset="0"/>
                <a:ea typeface="Cambria" panose="02040503050406030204" pitchFamily="18" charset="0"/>
              </a:rPr>
              <a:t>Hiver 2025</a:t>
            </a:r>
          </a:p>
        </p:txBody>
      </p:sp>
    </p:spTree>
    <p:extLst>
      <p:ext uri="{BB962C8B-B14F-4D97-AF65-F5344CB8AC3E}">
        <p14:creationId xmlns:p14="http://schemas.microsoft.com/office/powerpoint/2010/main" val="3736289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E38676A9-791B-4BB8-8F7A-AA54D281E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6453" y="503581"/>
            <a:ext cx="11219093" cy="5850838"/>
          </a:xfrm>
          <a:prstGeom prst="rect">
            <a:avLst/>
          </a:prstGeom>
          <a:ln w="76200" cmpd="thinThick">
            <a:solidFill>
              <a:schemeClr val="tx1">
                <a:lumMod val="50000"/>
                <a:lumOff val="5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327518"/>
                      <a:gd name="connsiteY0" fmla="*/ 0 h 5850838"/>
                      <a:gd name="connsiteX1" fmla="*/ 596185 w 11327518"/>
                      <a:gd name="connsiteY1" fmla="*/ 0 h 5850838"/>
                      <a:gd name="connsiteX2" fmla="*/ 852545 w 11327518"/>
                      <a:gd name="connsiteY2" fmla="*/ 0 h 5850838"/>
                      <a:gd name="connsiteX3" fmla="*/ 1562005 w 11327518"/>
                      <a:gd name="connsiteY3" fmla="*/ 0 h 5850838"/>
                      <a:gd name="connsiteX4" fmla="*/ 1818365 w 11327518"/>
                      <a:gd name="connsiteY4" fmla="*/ 0 h 5850838"/>
                      <a:gd name="connsiteX5" fmla="*/ 2414550 w 11327518"/>
                      <a:gd name="connsiteY5" fmla="*/ 0 h 5850838"/>
                      <a:gd name="connsiteX6" fmla="*/ 3237285 w 11327518"/>
                      <a:gd name="connsiteY6" fmla="*/ 0 h 5850838"/>
                      <a:gd name="connsiteX7" fmla="*/ 4060021 w 11327518"/>
                      <a:gd name="connsiteY7" fmla="*/ 0 h 5850838"/>
                      <a:gd name="connsiteX8" fmla="*/ 4769481 w 11327518"/>
                      <a:gd name="connsiteY8" fmla="*/ 0 h 5850838"/>
                      <a:gd name="connsiteX9" fmla="*/ 5252391 w 11327518"/>
                      <a:gd name="connsiteY9" fmla="*/ 0 h 5850838"/>
                      <a:gd name="connsiteX10" fmla="*/ 5508751 w 11327518"/>
                      <a:gd name="connsiteY10" fmla="*/ 0 h 5850838"/>
                      <a:gd name="connsiteX11" fmla="*/ 5991661 w 11327518"/>
                      <a:gd name="connsiteY11" fmla="*/ 0 h 5850838"/>
                      <a:gd name="connsiteX12" fmla="*/ 6701121 w 11327518"/>
                      <a:gd name="connsiteY12" fmla="*/ 0 h 5850838"/>
                      <a:gd name="connsiteX13" fmla="*/ 7523857 w 11327518"/>
                      <a:gd name="connsiteY13" fmla="*/ 0 h 5850838"/>
                      <a:gd name="connsiteX14" fmla="*/ 7780216 w 11327518"/>
                      <a:gd name="connsiteY14" fmla="*/ 0 h 5850838"/>
                      <a:gd name="connsiteX15" fmla="*/ 8036576 w 11327518"/>
                      <a:gd name="connsiteY15" fmla="*/ 0 h 5850838"/>
                      <a:gd name="connsiteX16" fmla="*/ 8859311 w 11327518"/>
                      <a:gd name="connsiteY16" fmla="*/ 0 h 5850838"/>
                      <a:gd name="connsiteX17" fmla="*/ 9115671 w 11327518"/>
                      <a:gd name="connsiteY17" fmla="*/ 0 h 5850838"/>
                      <a:gd name="connsiteX18" fmla="*/ 9711856 w 11327518"/>
                      <a:gd name="connsiteY18" fmla="*/ 0 h 5850838"/>
                      <a:gd name="connsiteX19" fmla="*/ 10081491 w 11327518"/>
                      <a:gd name="connsiteY19" fmla="*/ 0 h 5850838"/>
                      <a:gd name="connsiteX20" fmla="*/ 10451126 w 11327518"/>
                      <a:gd name="connsiteY20" fmla="*/ 0 h 5850838"/>
                      <a:gd name="connsiteX21" fmla="*/ 11327518 w 11327518"/>
                      <a:gd name="connsiteY21" fmla="*/ 0 h 5850838"/>
                      <a:gd name="connsiteX22" fmla="*/ 11327518 w 11327518"/>
                      <a:gd name="connsiteY22" fmla="*/ 468067 h 5850838"/>
                      <a:gd name="connsiteX23" fmla="*/ 11327518 w 11327518"/>
                      <a:gd name="connsiteY23" fmla="*/ 877626 h 5850838"/>
                      <a:gd name="connsiteX24" fmla="*/ 11327518 w 11327518"/>
                      <a:gd name="connsiteY24" fmla="*/ 1462710 h 5850838"/>
                      <a:gd name="connsiteX25" fmla="*/ 11327518 w 11327518"/>
                      <a:gd name="connsiteY25" fmla="*/ 1989285 h 5850838"/>
                      <a:gd name="connsiteX26" fmla="*/ 11327518 w 11327518"/>
                      <a:gd name="connsiteY26" fmla="*/ 2515860 h 5850838"/>
                      <a:gd name="connsiteX27" fmla="*/ 11327518 w 11327518"/>
                      <a:gd name="connsiteY27" fmla="*/ 3042436 h 5850838"/>
                      <a:gd name="connsiteX28" fmla="*/ 11327518 w 11327518"/>
                      <a:gd name="connsiteY28" fmla="*/ 3451994 h 5850838"/>
                      <a:gd name="connsiteX29" fmla="*/ 11327518 w 11327518"/>
                      <a:gd name="connsiteY29" fmla="*/ 4154095 h 5850838"/>
                      <a:gd name="connsiteX30" fmla="*/ 11327518 w 11327518"/>
                      <a:gd name="connsiteY30" fmla="*/ 4856196 h 5850838"/>
                      <a:gd name="connsiteX31" fmla="*/ 11327518 w 11327518"/>
                      <a:gd name="connsiteY31" fmla="*/ 5265754 h 5850838"/>
                      <a:gd name="connsiteX32" fmla="*/ 11327518 w 11327518"/>
                      <a:gd name="connsiteY32" fmla="*/ 5850838 h 5850838"/>
                      <a:gd name="connsiteX33" fmla="*/ 10731333 w 11327518"/>
                      <a:gd name="connsiteY33" fmla="*/ 5850838 h 5850838"/>
                      <a:gd name="connsiteX34" fmla="*/ 10361698 w 11327518"/>
                      <a:gd name="connsiteY34" fmla="*/ 5850838 h 5850838"/>
                      <a:gd name="connsiteX35" fmla="*/ 9878788 w 11327518"/>
                      <a:gd name="connsiteY35" fmla="*/ 5850838 h 5850838"/>
                      <a:gd name="connsiteX36" fmla="*/ 9282603 w 11327518"/>
                      <a:gd name="connsiteY36" fmla="*/ 5850838 h 5850838"/>
                      <a:gd name="connsiteX37" fmla="*/ 8686418 w 11327518"/>
                      <a:gd name="connsiteY37" fmla="*/ 5850838 h 5850838"/>
                      <a:gd name="connsiteX38" fmla="*/ 7976957 w 11327518"/>
                      <a:gd name="connsiteY38" fmla="*/ 5850838 h 5850838"/>
                      <a:gd name="connsiteX39" fmla="*/ 7607323 w 11327518"/>
                      <a:gd name="connsiteY39" fmla="*/ 5850838 h 5850838"/>
                      <a:gd name="connsiteX40" fmla="*/ 7237688 w 11327518"/>
                      <a:gd name="connsiteY40" fmla="*/ 5850838 h 5850838"/>
                      <a:gd name="connsiteX41" fmla="*/ 6414952 w 11327518"/>
                      <a:gd name="connsiteY41" fmla="*/ 5850838 h 5850838"/>
                      <a:gd name="connsiteX42" fmla="*/ 5592217 w 11327518"/>
                      <a:gd name="connsiteY42" fmla="*/ 5850838 h 5850838"/>
                      <a:gd name="connsiteX43" fmla="*/ 4996032 w 11327518"/>
                      <a:gd name="connsiteY43" fmla="*/ 5850838 h 5850838"/>
                      <a:gd name="connsiteX44" fmla="*/ 4739672 w 11327518"/>
                      <a:gd name="connsiteY44" fmla="*/ 5850838 h 5850838"/>
                      <a:gd name="connsiteX45" fmla="*/ 4483312 w 11327518"/>
                      <a:gd name="connsiteY45" fmla="*/ 5850838 h 5850838"/>
                      <a:gd name="connsiteX46" fmla="*/ 3660577 w 11327518"/>
                      <a:gd name="connsiteY46" fmla="*/ 5850838 h 5850838"/>
                      <a:gd name="connsiteX47" fmla="*/ 3177667 w 11327518"/>
                      <a:gd name="connsiteY47" fmla="*/ 5850838 h 5850838"/>
                      <a:gd name="connsiteX48" fmla="*/ 2354931 w 11327518"/>
                      <a:gd name="connsiteY48" fmla="*/ 5850838 h 5850838"/>
                      <a:gd name="connsiteX49" fmla="*/ 1758746 w 11327518"/>
                      <a:gd name="connsiteY49" fmla="*/ 5850838 h 5850838"/>
                      <a:gd name="connsiteX50" fmla="*/ 1502387 w 11327518"/>
                      <a:gd name="connsiteY50" fmla="*/ 5850838 h 5850838"/>
                      <a:gd name="connsiteX51" fmla="*/ 1132752 w 11327518"/>
                      <a:gd name="connsiteY51" fmla="*/ 5850838 h 5850838"/>
                      <a:gd name="connsiteX52" fmla="*/ 649842 w 11327518"/>
                      <a:gd name="connsiteY52" fmla="*/ 5850838 h 5850838"/>
                      <a:gd name="connsiteX53" fmla="*/ 0 w 11327518"/>
                      <a:gd name="connsiteY53" fmla="*/ 5850838 h 5850838"/>
                      <a:gd name="connsiteX54" fmla="*/ 0 w 11327518"/>
                      <a:gd name="connsiteY54" fmla="*/ 5207246 h 5850838"/>
                      <a:gd name="connsiteX55" fmla="*/ 0 w 11327518"/>
                      <a:gd name="connsiteY55" fmla="*/ 4680670 h 5850838"/>
                      <a:gd name="connsiteX56" fmla="*/ 0 w 11327518"/>
                      <a:gd name="connsiteY56" fmla="*/ 4271112 h 5850838"/>
                      <a:gd name="connsiteX57" fmla="*/ 0 w 11327518"/>
                      <a:gd name="connsiteY57" fmla="*/ 3569011 h 5850838"/>
                      <a:gd name="connsiteX58" fmla="*/ 0 w 11327518"/>
                      <a:gd name="connsiteY58" fmla="*/ 3159453 h 5850838"/>
                      <a:gd name="connsiteX59" fmla="*/ 0 w 11327518"/>
                      <a:gd name="connsiteY59" fmla="*/ 2574369 h 5850838"/>
                      <a:gd name="connsiteX60" fmla="*/ 0 w 11327518"/>
                      <a:gd name="connsiteY60" fmla="*/ 1872268 h 5850838"/>
                      <a:gd name="connsiteX61" fmla="*/ 0 w 11327518"/>
                      <a:gd name="connsiteY61" fmla="*/ 1170168 h 5850838"/>
                      <a:gd name="connsiteX62" fmla="*/ 0 w 11327518"/>
                      <a:gd name="connsiteY62" fmla="*/ 526575 h 5850838"/>
                      <a:gd name="connsiteX63" fmla="*/ 0 w 11327518"/>
                      <a:gd name="connsiteY63" fmla="*/ 0 h 58508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</a:cxnLst>
                    <a:rect l="l" t="t" r="r" b="b"/>
                    <a:pathLst>
                      <a:path w="11327518" h="5850838" fill="none" extrusionOk="0">
                        <a:moveTo>
                          <a:pt x="0" y="0"/>
                        </a:moveTo>
                        <a:cubicBezTo>
                          <a:pt x="199623" y="-38443"/>
                          <a:pt x="325669" y="57039"/>
                          <a:pt x="596185" y="0"/>
                        </a:cubicBezTo>
                        <a:cubicBezTo>
                          <a:pt x="866701" y="-57039"/>
                          <a:pt x="787814" y="30420"/>
                          <a:pt x="852545" y="0"/>
                        </a:cubicBezTo>
                        <a:cubicBezTo>
                          <a:pt x="917276" y="-30420"/>
                          <a:pt x="1407839" y="47840"/>
                          <a:pt x="1562005" y="0"/>
                        </a:cubicBezTo>
                        <a:cubicBezTo>
                          <a:pt x="1716171" y="-47840"/>
                          <a:pt x="1731284" y="20803"/>
                          <a:pt x="1818365" y="0"/>
                        </a:cubicBezTo>
                        <a:cubicBezTo>
                          <a:pt x="1905446" y="-20803"/>
                          <a:pt x="2249380" y="26975"/>
                          <a:pt x="2414550" y="0"/>
                        </a:cubicBezTo>
                        <a:cubicBezTo>
                          <a:pt x="2579720" y="-26975"/>
                          <a:pt x="2915166" y="64698"/>
                          <a:pt x="3237285" y="0"/>
                        </a:cubicBezTo>
                        <a:cubicBezTo>
                          <a:pt x="3559405" y="-64698"/>
                          <a:pt x="3882863" y="66094"/>
                          <a:pt x="4060021" y="0"/>
                        </a:cubicBezTo>
                        <a:cubicBezTo>
                          <a:pt x="4237179" y="-66094"/>
                          <a:pt x="4467026" y="6500"/>
                          <a:pt x="4769481" y="0"/>
                        </a:cubicBezTo>
                        <a:cubicBezTo>
                          <a:pt x="5071936" y="-6500"/>
                          <a:pt x="5093310" y="50141"/>
                          <a:pt x="5252391" y="0"/>
                        </a:cubicBezTo>
                        <a:cubicBezTo>
                          <a:pt x="5411472" y="-50141"/>
                          <a:pt x="5436744" y="20958"/>
                          <a:pt x="5508751" y="0"/>
                        </a:cubicBezTo>
                        <a:cubicBezTo>
                          <a:pt x="5580758" y="-20958"/>
                          <a:pt x="5871744" y="16120"/>
                          <a:pt x="5991661" y="0"/>
                        </a:cubicBezTo>
                        <a:cubicBezTo>
                          <a:pt x="6111578" y="-16120"/>
                          <a:pt x="6531829" y="10514"/>
                          <a:pt x="6701121" y="0"/>
                        </a:cubicBezTo>
                        <a:cubicBezTo>
                          <a:pt x="6870413" y="-10514"/>
                          <a:pt x="7297743" y="27207"/>
                          <a:pt x="7523857" y="0"/>
                        </a:cubicBezTo>
                        <a:cubicBezTo>
                          <a:pt x="7749971" y="-27207"/>
                          <a:pt x="7695579" y="24095"/>
                          <a:pt x="7780216" y="0"/>
                        </a:cubicBezTo>
                        <a:cubicBezTo>
                          <a:pt x="7864853" y="-24095"/>
                          <a:pt x="7908775" y="28511"/>
                          <a:pt x="8036576" y="0"/>
                        </a:cubicBezTo>
                        <a:cubicBezTo>
                          <a:pt x="8164377" y="-28511"/>
                          <a:pt x="8574440" y="58668"/>
                          <a:pt x="8859311" y="0"/>
                        </a:cubicBezTo>
                        <a:cubicBezTo>
                          <a:pt x="9144182" y="-58668"/>
                          <a:pt x="8995791" y="2810"/>
                          <a:pt x="9115671" y="0"/>
                        </a:cubicBezTo>
                        <a:cubicBezTo>
                          <a:pt x="9235551" y="-2810"/>
                          <a:pt x="9498764" y="57817"/>
                          <a:pt x="9711856" y="0"/>
                        </a:cubicBezTo>
                        <a:cubicBezTo>
                          <a:pt x="9924949" y="-57817"/>
                          <a:pt x="9902014" y="42847"/>
                          <a:pt x="10081491" y="0"/>
                        </a:cubicBezTo>
                        <a:cubicBezTo>
                          <a:pt x="10260968" y="-42847"/>
                          <a:pt x="10339792" y="22130"/>
                          <a:pt x="10451126" y="0"/>
                        </a:cubicBezTo>
                        <a:cubicBezTo>
                          <a:pt x="10562461" y="-22130"/>
                          <a:pt x="11121904" y="104730"/>
                          <a:pt x="11327518" y="0"/>
                        </a:cubicBezTo>
                        <a:cubicBezTo>
                          <a:pt x="11349373" y="158838"/>
                          <a:pt x="11271907" y="341595"/>
                          <a:pt x="11327518" y="468067"/>
                        </a:cubicBezTo>
                        <a:cubicBezTo>
                          <a:pt x="11383129" y="594539"/>
                          <a:pt x="11290595" y="699903"/>
                          <a:pt x="11327518" y="877626"/>
                        </a:cubicBezTo>
                        <a:cubicBezTo>
                          <a:pt x="11364441" y="1055349"/>
                          <a:pt x="11311139" y="1291464"/>
                          <a:pt x="11327518" y="1462710"/>
                        </a:cubicBezTo>
                        <a:cubicBezTo>
                          <a:pt x="11343897" y="1633956"/>
                          <a:pt x="11294761" y="1835313"/>
                          <a:pt x="11327518" y="1989285"/>
                        </a:cubicBezTo>
                        <a:cubicBezTo>
                          <a:pt x="11360275" y="2143258"/>
                          <a:pt x="11268549" y="2293901"/>
                          <a:pt x="11327518" y="2515860"/>
                        </a:cubicBezTo>
                        <a:cubicBezTo>
                          <a:pt x="11386487" y="2737820"/>
                          <a:pt x="11281097" y="2825914"/>
                          <a:pt x="11327518" y="3042436"/>
                        </a:cubicBezTo>
                        <a:cubicBezTo>
                          <a:pt x="11373939" y="3258958"/>
                          <a:pt x="11295965" y="3331182"/>
                          <a:pt x="11327518" y="3451994"/>
                        </a:cubicBezTo>
                        <a:cubicBezTo>
                          <a:pt x="11359071" y="3572806"/>
                          <a:pt x="11274012" y="3937258"/>
                          <a:pt x="11327518" y="4154095"/>
                        </a:cubicBezTo>
                        <a:cubicBezTo>
                          <a:pt x="11381024" y="4370932"/>
                          <a:pt x="11290036" y="4655051"/>
                          <a:pt x="11327518" y="4856196"/>
                        </a:cubicBezTo>
                        <a:cubicBezTo>
                          <a:pt x="11365000" y="5057341"/>
                          <a:pt x="11326694" y="5162254"/>
                          <a:pt x="11327518" y="5265754"/>
                        </a:cubicBezTo>
                        <a:cubicBezTo>
                          <a:pt x="11328342" y="5369254"/>
                          <a:pt x="11321784" y="5710376"/>
                          <a:pt x="11327518" y="5850838"/>
                        </a:cubicBezTo>
                        <a:cubicBezTo>
                          <a:pt x="11072871" y="5862066"/>
                          <a:pt x="10962964" y="5846984"/>
                          <a:pt x="10731333" y="5850838"/>
                        </a:cubicBezTo>
                        <a:cubicBezTo>
                          <a:pt x="10499702" y="5854692"/>
                          <a:pt x="10526837" y="5846583"/>
                          <a:pt x="10361698" y="5850838"/>
                        </a:cubicBezTo>
                        <a:cubicBezTo>
                          <a:pt x="10196559" y="5855093"/>
                          <a:pt x="10057834" y="5830159"/>
                          <a:pt x="9878788" y="5850838"/>
                        </a:cubicBezTo>
                        <a:cubicBezTo>
                          <a:pt x="9699742" y="5871517"/>
                          <a:pt x="9550020" y="5787227"/>
                          <a:pt x="9282603" y="5850838"/>
                        </a:cubicBezTo>
                        <a:cubicBezTo>
                          <a:pt x="9015187" y="5914449"/>
                          <a:pt x="8809030" y="5811108"/>
                          <a:pt x="8686418" y="5850838"/>
                        </a:cubicBezTo>
                        <a:cubicBezTo>
                          <a:pt x="8563807" y="5890568"/>
                          <a:pt x="8300289" y="5835449"/>
                          <a:pt x="7976957" y="5850838"/>
                        </a:cubicBezTo>
                        <a:cubicBezTo>
                          <a:pt x="7653625" y="5866227"/>
                          <a:pt x="7763164" y="5821858"/>
                          <a:pt x="7607323" y="5850838"/>
                        </a:cubicBezTo>
                        <a:cubicBezTo>
                          <a:pt x="7451482" y="5879818"/>
                          <a:pt x="7369641" y="5823798"/>
                          <a:pt x="7237688" y="5850838"/>
                        </a:cubicBezTo>
                        <a:cubicBezTo>
                          <a:pt x="7105735" y="5877878"/>
                          <a:pt x="6614599" y="5773841"/>
                          <a:pt x="6414952" y="5850838"/>
                        </a:cubicBezTo>
                        <a:cubicBezTo>
                          <a:pt x="6215305" y="5927835"/>
                          <a:pt x="5870983" y="5845212"/>
                          <a:pt x="5592217" y="5850838"/>
                        </a:cubicBezTo>
                        <a:cubicBezTo>
                          <a:pt x="5313451" y="5856464"/>
                          <a:pt x="5130990" y="5785107"/>
                          <a:pt x="4996032" y="5850838"/>
                        </a:cubicBezTo>
                        <a:cubicBezTo>
                          <a:pt x="4861074" y="5916569"/>
                          <a:pt x="4798691" y="5847178"/>
                          <a:pt x="4739672" y="5850838"/>
                        </a:cubicBezTo>
                        <a:cubicBezTo>
                          <a:pt x="4680653" y="5854498"/>
                          <a:pt x="4582011" y="5838269"/>
                          <a:pt x="4483312" y="5850838"/>
                        </a:cubicBezTo>
                        <a:cubicBezTo>
                          <a:pt x="4384613" y="5863407"/>
                          <a:pt x="3858308" y="5760206"/>
                          <a:pt x="3660577" y="5850838"/>
                        </a:cubicBezTo>
                        <a:cubicBezTo>
                          <a:pt x="3462847" y="5941470"/>
                          <a:pt x="3331316" y="5821704"/>
                          <a:pt x="3177667" y="5850838"/>
                        </a:cubicBezTo>
                        <a:cubicBezTo>
                          <a:pt x="3024018" y="5879972"/>
                          <a:pt x="2605027" y="5800646"/>
                          <a:pt x="2354931" y="5850838"/>
                        </a:cubicBezTo>
                        <a:cubicBezTo>
                          <a:pt x="2104835" y="5901030"/>
                          <a:pt x="1968527" y="5805912"/>
                          <a:pt x="1758746" y="5850838"/>
                        </a:cubicBezTo>
                        <a:cubicBezTo>
                          <a:pt x="1548965" y="5895764"/>
                          <a:pt x="1627155" y="5831445"/>
                          <a:pt x="1502387" y="5850838"/>
                        </a:cubicBezTo>
                        <a:cubicBezTo>
                          <a:pt x="1377619" y="5870231"/>
                          <a:pt x="1243411" y="5808250"/>
                          <a:pt x="1132752" y="5850838"/>
                        </a:cubicBezTo>
                        <a:cubicBezTo>
                          <a:pt x="1022093" y="5893426"/>
                          <a:pt x="841842" y="5813802"/>
                          <a:pt x="649842" y="5850838"/>
                        </a:cubicBezTo>
                        <a:cubicBezTo>
                          <a:pt x="457842" y="5887874"/>
                          <a:pt x="316547" y="5817400"/>
                          <a:pt x="0" y="5850838"/>
                        </a:cubicBezTo>
                        <a:cubicBezTo>
                          <a:pt x="-23010" y="5667982"/>
                          <a:pt x="26371" y="5376550"/>
                          <a:pt x="0" y="5207246"/>
                        </a:cubicBezTo>
                        <a:cubicBezTo>
                          <a:pt x="-26371" y="5037942"/>
                          <a:pt x="52499" y="4836475"/>
                          <a:pt x="0" y="4680670"/>
                        </a:cubicBezTo>
                        <a:cubicBezTo>
                          <a:pt x="-52499" y="4524865"/>
                          <a:pt x="38164" y="4424291"/>
                          <a:pt x="0" y="4271112"/>
                        </a:cubicBezTo>
                        <a:cubicBezTo>
                          <a:pt x="-38164" y="4117933"/>
                          <a:pt x="13038" y="3901346"/>
                          <a:pt x="0" y="3569011"/>
                        </a:cubicBezTo>
                        <a:cubicBezTo>
                          <a:pt x="-13038" y="3236676"/>
                          <a:pt x="26246" y="3283733"/>
                          <a:pt x="0" y="3159453"/>
                        </a:cubicBezTo>
                        <a:cubicBezTo>
                          <a:pt x="-26246" y="3035173"/>
                          <a:pt x="16811" y="2759597"/>
                          <a:pt x="0" y="2574369"/>
                        </a:cubicBezTo>
                        <a:cubicBezTo>
                          <a:pt x="-16811" y="2389141"/>
                          <a:pt x="25008" y="2066581"/>
                          <a:pt x="0" y="1872268"/>
                        </a:cubicBezTo>
                        <a:cubicBezTo>
                          <a:pt x="-25008" y="1677955"/>
                          <a:pt x="19918" y="1408387"/>
                          <a:pt x="0" y="1170168"/>
                        </a:cubicBezTo>
                        <a:cubicBezTo>
                          <a:pt x="-19918" y="931949"/>
                          <a:pt x="41231" y="841743"/>
                          <a:pt x="0" y="526575"/>
                        </a:cubicBezTo>
                        <a:cubicBezTo>
                          <a:pt x="-41231" y="211407"/>
                          <a:pt x="52995" y="160001"/>
                          <a:pt x="0" y="0"/>
                        </a:cubicBezTo>
                        <a:close/>
                      </a:path>
                      <a:path w="11327518" h="5850838" stroke="0" extrusionOk="0">
                        <a:moveTo>
                          <a:pt x="0" y="0"/>
                        </a:moveTo>
                        <a:cubicBezTo>
                          <a:pt x="190339" y="-52346"/>
                          <a:pt x="344887" y="51323"/>
                          <a:pt x="482910" y="0"/>
                        </a:cubicBezTo>
                        <a:cubicBezTo>
                          <a:pt x="620933" y="-51323"/>
                          <a:pt x="675871" y="19361"/>
                          <a:pt x="739270" y="0"/>
                        </a:cubicBezTo>
                        <a:cubicBezTo>
                          <a:pt x="802669" y="-19361"/>
                          <a:pt x="1325916" y="92536"/>
                          <a:pt x="1562005" y="0"/>
                        </a:cubicBezTo>
                        <a:cubicBezTo>
                          <a:pt x="1798094" y="-92536"/>
                          <a:pt x="1929995" y="27160"/>
                          <a:pt x="2044915" y="0"/>
                        </a:cubicBezTo>
                        <a:cubicBezTo>
                          <a:pt x="2159835" y="-27160"/>
                          <a:pt x="2302190" y="26229"/>
                          <a:pt x="2527825" y="0"/>
                        </a:cubicBezTo>
                        <a:cubicBezTo>
                          <a:pt x="2753460" y="-26229"/>
                          <a:pt x="3158478" y="63046"/>
                          <a:pt x="3350561" y="0"/>
                        </a:cubicBezTo>
                        <a:cubicBezTo>
                          <a:pt x="3542644" y="-63046"/>
                          <a:pt x="3595952" y="25830"/>
                          <a:pt x="3720195" y="0"/>
                        </a:cubicBezTo>
                        <a:cubicBezTo>
                          <a:pt x="3844438" y="-25830"/>
                          <a:pt x="4252403" y="57654"/>
                          <a:pt x="4542931" y="0"/>
                        </a:cubicBezTo>
                        <a:cubicBezTo>
                          <a:pt x="4833459" y="-57654"/>
                          <a:pt x="5188070" y="23753"/>
                          <a:pt x="5365666" y="0"/>
                        </a:cubicBezTo>
                        <a:cubicBezTo>
                          <a:pt x="5543262" y="-23753"/>
                          <a:pt x="5832864" y="57122"/>
                          <a:pt x="5961852" y="0"/>
                        </a:cubicBezTo>
                        <a:cubicBezTo>
                          <a:pt x="6090840" y="-57122"/>
                          <a:pt x="6563315" y="36277"/>
                          <a:pt x="6784587" y="0"/>
                        </a:cubicBezTo>
                        <a:cubicBezTo>
                          <a:pt x="7005859" y="-36277"/>
                          <a:pt x="7061557" y="9086"/>
                          <a:pt x="7267497" y="0"/>
                        </a:cubicBezTo>
                        <a:cubicBezTo>
                          <a:pt x="7473437" y="-9086"/>
                          <a:pt x="7618214" y="16848"/>
                          <a:pt x="7750407" y="0"/>
                        </a:cubicBezTo>
                        <a:cubicBezTo>
                          <a:pt x="7882600" y="-16848"/>
                          <a:pt x="8156801" y="57895"/>
                          <a:pt x="8459867" y="0"/>
                        </a:cubicBezTo>
                        <a:cubicBezTo>
                          <a:pt x="8762933" y="-57895"/>
                          <a:pt x="8800897" y="52657"/>
                          <a:pt x="8942777" y="0"/>
                        </a:cubicBezTo>
                        <a:cubicBezTo>
                          <a:pt x="9084657" y="-52657"/>
                          <a:pt x="9551186" y="15908"/>
                          <a:pt x="9765513" y="0"/>
                        </a:cubicBezTo>
                        <a:cubicBezTo>
                          <a:pt x="9979840" y="-15908"/>
                          <a:pt x="10213960" y="26999"/>
                          <a:pt x="10588248" y="0"/>
                        </a:cubicBezTo>
                        <a:cubicBezTo>
                          <a:pt x="10962536" y="-26999"/>
                          <a:pt x="10964858" y="21158"/>
                          <a:pt x="11327518" y="0"/>
                        </a:cubicBezTo>
                        <a:cubicBezTo>
                          <a:pt x="11329404" y="204381"/>
                          <a:pt x="11289217" y="381973"/>
                          <a:pt x="11327518" y="526575"/>
                        </a:cubicBezTo>
                        <a:cubicBezTo>
                          <a:pt x="11365819" y="671178"/>
                          <a:pt x="11303432" y="760079"/>
                          <a:pt x="11327518" y="936134"/>
                        </a:cubicBezTo>
                        <a:cubicBezTo>
                          <a:pt x="11351604" y="1112189"/>
                          <a:pt x="11297919" y="1245027"/>
                          <a:pt x="11327518" y="1404201"/>
                        </a:cubicBezTo>
                        <a:cubicBezTo>
                          <a:pt x="11357117" y="1563375"/>
                          <a:pt x="11301602" y="1789758"/>
                          <a:pt x="11327518" y="2047793"/>
                        </a:cubicBezTo>
                        <a:cubicBezTo>
                          <a:pt x="11353434" y="2305828"/>
                          <a:pt x="11265423" y="2366097"/>
                          <a:pt x="11327518" y="2574369"/>
                        </a:cubicBezTo>
                        <a:cubicBezTo>
                          <a:pt x="11389613" y="2782641"/>
                          <a:pt x="11298050" y="2885977"/>
                          <a:pt x="11327518" y="3042436"/>
                        </a:cubicBezTo>
                        <a:cubicBezTo>
                          <a:pt x="11356986" y="3198895"/>
                          <a:pt x="11263295" y="3536795"/>
                          <a:pt x="11327518" y="3686028"/>
                        </a:cubicBezTo>
                        <a:cubicBezTo>
                          <a:pt x="11391741" y="3835261"/>
                          <a:pt x="11265829" y="4108878"/>
                          <a:pt x="11327518" y="4271112"/>
                        </a:cubicBezTo>
                        <a:cubicBezTo>
                          <a:pt x="11389207" y="4433346"/>
                          <a:pt x="11286850" y="4673434"/>
                          <a:pt x="11327518" y="4856196"/>
                        </a:cubicBezTo>
                        <a:cubicBezTo>
                          <a:pt x="11368186" y="5038958"/>
                          <a:pt x="11295571" y="5472768"/>
                          <a:pt x="11327518" y="5850838"/>
                        </a:cubicBezTo>
                        <a:cubicBezTo>
                          <a:pt x="11111307" y="5854150"/>
                          <a:pt x="10831911" y="5818363"/>
                          <a:pt x="10618058" y="5850838"/>
                        </a:cubicBezTo>
                        <a:cubicBezTo>
                          <a:pt x="10404205" y="5883313"/>
                          <a:pt x="10429394" y="5845042"/>
                          <a:pt x="10248423" y="5850838"/>
                        </a:cubicBezTo>
                        <a:cubicBezTo>
                          <a:pt x="10067452" y="5856634"/>
                          <a:pt x="9754262" y="5801999"/>
                          <a:pt x="9538963" y="5850838"/>
                        </a:cubicBezTo>
                        <a:cubicBezTo>
                          <a:pt x="9323664" y="5899677"/>
                          <a:pt x="9361173" y="5826118"/>
                          <a:pt x="9282603" y="5850838"/>
                        </a:cubicBezTo>
                        <a:cubicBezTo>
                          <a:pt x="9204033" y="5875558"/>
                          <a:pt x="8854828" y="5769311"/>
                          <a:pt x="8573143" y="5850838"/>
                        </a:cubicBezTo>
                        <a:cubicBezTo>
                          <a:pt x="8291458" y="5932365"/>
                          <a:pt x="8290328" y="5811605"/>
                          <a:pt x="8203508" y="5850838"/>
                        </a:cubicBezTo>
                        <a:cubicBezTo>
                          <a:pt x="8116688" y="5890071"/>
                          <a:pt x="8057882" y="5831319"/>
                          <a:pt x="7947148" y="5850838"/>
                        </a:cubicBezTo>
                        <a:cubicBezTo>
                          <a:pt x="7836414" y="5870357"/>
                          <a:pt x="7730897" y="5812334"/>
                          <a:pt x="7577513" y="5850838"/>
                        </a:cubicBezTo>
                        <a:cubicBezTo>
                          <a:pt x="7424129" y="5889342"/>
                          <a:pt x="7192735" y="5821747"/>
                          <a:pt x="6868053" y="5850838"/>
                        </a:cubicBezTo>
                        <a:cubicBezTo>
                          <a:pt x="6543371" y="5879929"/>
                          <a:pt x="6663453" y="5837340"/>
                          <a:pt x="6498418" y="5850838"/>
                        </a:cubicBezTo>
                        <a:cubicBezTo>
                          <a:pt x="6333383" y="5864336"/>
                          <a:pt x="6333602" y="5842292"/>
                          <a:pt x="6242059" y="5850838"/>
                        </a:cubicBezTo>
                        <a:cubicBezTo>
                          <a:pt x="6150516" y="5859384"/>
                          <a:pt x="6020687" y="5825363"/>
                          <a:pt x="5872424" y="5850838"/>
                        </a:cubicBezTo>
                        <a:cubicBezTo>
                          <a:pt x="5724161" y="5876313"/>
                          <a:pt x="5575375" y="5837302"/>
                          <a:pt x="5389514" y="5850838"/>
                        </a:cubicBezTo>
                        <a:cubicBezTo>
                          <a:pt x="5203653" y="5864374"/>
                          <a:pt x="4926543" y="5825923"/>
                          <a:pt x="4793329" y="5850838"/>
                        </a:cubicBezTo>
                        <a:cubicBezTo>
                          <a:pt x="4660116" y="5875753"/>
                          <a:pt x="4540325" y="5848753"/>
                          <a:pt x="4423694" y="5850838"/>
                        </a:cubicBezTo>
                        <a:cubicBezTo>
                          <a:pt x="4307063" y="5852923"/>
                          <a:pt x="3918926" y="5782362"/>
                          <a:pt x="3600958" y="5850838"/>
                        </a:cubicBezTo>
                        <a:cubicBezTo>
                          <a:pt x="3282990" y="5919314"/>
                          <a:pt x="3205131" y="5781166"/>
                          <a:pt x="3004773" y="5850838"/>
                        </a:cubicBezTo>
                        <a:cubicBezTo>
                          <a:pt x="2804415" y="5920510"/>
                          <a:pt x="2430364" y="5791142"/>
                          <a:pt x="2182038" y="5850838"/>
                        </a:cubicBezTo>
                        <a:cubicBezTo>
                          <a:pt x="1933712" y="5910534"/>
                          <a:pt x="1721636" y="5784395"/>
                          <a:pt x="1472577" y="5850838"/>
                        </a:cubicBezTo>
                        <a:cubicBezTo>
                          <a:pt x="1223518" y="5917281"/>
                          <a:pt x="1109801" y="5807946"/>
                          <a:pt x="989667" y="5850838"/>
                        </a:cubicBezTo>
                        <a:cubicBezTo>
                          <a:pt x="869533" y="5893730"/>
                          <a:pt x="205328" y="5801417"/>
                          <a:pt x="0" y="5850838"/>
                        </a:cubicBezTo>
                        <a:cubicBezTo>
                          <a:pt x="-47768" y="5640259"/>
                          <a:pt x="9501" y="5481500"/>
                          <a:pt x="0" y="5382771"/>
                        </a:cubicBezTo>
                        <a:cubicBezTo>
                          <a:pt x="-9501" y="5284042"/>
                          <a:pt x="61414" y="5039869"/>
                          <a:pt x="0" y="4797687"/>
                        </a:cubicBezTo>
                        <a:cubicBezTo>
                          <a:pt x="-61414" y="4555505"/>
                          <a:pt x="17056" y="4422475"/>
                          <a:pt x="0" y="4095587"/>
                        </a:cubicBezTo>
                        <a:cubicBezTo>
                          <a:pt x="-17056" y="3768699"/>
                          <a:pt x="35192" y="3648981"/>
                          <a:pt x="0" y="3393486"/>
                        </a:cubicBezTo>
                        <a:cubicBezTo>
                          <a:pt x="-35192" y="3137991"/>
                          <a:pt x="33394" y="3043799"/>
                          <a:pt x="0" y="2749894"/>
                        </a:cubicBezTo>
                        <a:cubicBezTo>
                          <a:pt x="-33394" y="2455989"/>
                          <a:pt x="74061" y="2397224"/>
                          <a:pt x="0" y="2106302"/>
                        </a:cubicBezTo>
                        <a:cubicBezTo>
                          <a:pt x="-74061" y="1815380"/>
                          <a:pt x="61623" y="1626672"/>
                          <a:pt x="0" y="1462710"/>
                        </a:cubicBezTo>
                        <a:cubicBezTo>
                          <a:pt x="-61623" y="1298748"/>
                          <a:pt x="8561" y="1145488"/>
                          <a:pt x="0" y="994642"/>
                        </a:cubicBezTo>
                        <a:cubicBezTo>
                          <a:pt x="-8561" y="843796"/>
                          <a:pt x="79509" y="25923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3555959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E38676A9-791B-4BB8-8F7A-AA54D281E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241" y="503637"/>
            <a:ext cx="11327518" cy="5850725"/>
          </a:xfrm>
          <a:prstGeom prst="rect">
            <a:avLst/>
          </a:prstGeom>
          <a:ln w="76200" cmpd="thinThick">
            <a:solidFill>
              <a:schemeClr val="tx1">
                <a:lumMod val="50000"/>
                <a:lumOff val="5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327518"/>
                      <a:gd name="connsiteY0" fmla="*/ 0 h 5850838"/>
                      <a:gd name="connsiteX1" fmla="*/ 596185 w 11327518"/>
                      <a:gd name="connsiteY1" fmla="*/ 0 h 5850838"/>
                      <a:gd name="connsiteX2" fmla="*/ 852545 w 11327518"/>
                      <a:gd name="connsiteY2" fmla="*/ 0 h 5850838"/>
                      <a:gd name="connsiteX3" fmla="*/ 1562005 w 11327518"/>
                      <a:gd name="connsiteY3" fmla="*/ 0 h 5850838"/>
                      <a:gd name="connsiteX4" fmla="*/ 1818365 w 11327518"/>
                      <a:gd name="connsiteY4" fmla="*/ 0 h 5850838"/>
                      <a:gd name="connsiteX5" fmla="*/ 2414550 w 11327518"/>
                      <a:gd name="connsiteY5" fmla="*/ 0 h 5850838"/>
                      <a:gd name="connsiteX6" fmla="*/ 3237285 w 11327518"/>
                      <a:gd name="connsiteY6" fmla="*/ 0 h 5850838"/>
                      <a:gd name="connsiteX7" fmla="*/ 4060021 w 11327518"/>
                      <a:gd name="connsiteY7" fmla="*/ 0 h 5850838"/>
                      <a:gd name="connsiteX8" fmla="*/ 4769481 w 11327518"/>
                      <a:gd name="connsiteY8" fmla="*/ 0 h 5850838"/>
                      <a:gd name="connsiteX9" fmla="*/ 5252391 w 11327518"/>
                      <a:gd name="connsiteY9" fmla="*/ 0 h 5850838"/>
                      <a:gd name="connsiteX10" fmla="*/ 5508751 w 11327518"/>
                      <a:gd name="connsiteY10" fmla="*/ 0 h 5850838"/>
                      <a:gd name="connsiteX11" fmla="*/ 5991661 w 11327518"/>
                      <a:gd name="connsiteY11" fmla="*/ 0 h 5850838"/>
                      <a:gd name="connsiteX12" fmla="*/ 6701121 w 11327518"/>
                      <a:gd name="connsiteY12" fmla="*/ 0 h 5850838"/>
                      <a:gd name="connsiteX13" fmla="*/ 7523857 w 11327518"/>
                      <a:gd name="connsiteY13" fmla="*/ 0 h 5850838"/>
                      <a:gd name="connsiteX14" fmla="*/ 7780216 w 11327518"/>
                      <a:gd name="connsiteY14" fmla="*/ 0 h 5850838"/>
                      <a:gd name="connsiteX15" fmla="*/ 8036576 w 11327518"/>
                      <a:gd name="connsiteY15" fmla="*/ 0 h 5850838"/>
                      <a:gd name="connsiteX16" fmla="*/ 8859311 w 11327518"/>
                      <a:gd name="connsiteY16" fmla="*/ 0 h 5850838"/>
                      <a:gd name="connsiteX17" fmla="*/ 9115671 w 11327518"/>
                      <a:gd name="connsiteY17" fmla="*/ 0 h 5850838"/>
                      <a:gd name="connsiteX18" fmla="*/ 9711856 w 11327518"/>
                      <a:gd name="connsiteY18" fmla="*/ 0 h 5850838"/>
                      <a:gd name="connsiteX19" fmla="*/ 10081491 w 11327518"/>
                      <a:gd name="connsiteY19" fmla="*/ 0 h 5850838"/>
                      <a:gd name="connsiteX20" fmla="*/ 10451126 w 11327518"/>
                      <a:gd name="connsiteY20" fmla="*/ 0 h 5850838"/>
                      <a:gd name="connsiteX21" fmla="*/ 11327518 w 11327518"/>
                      <a:gd name="connsiteY21" fmla="*/ 0 h 5850838"/>
                      <a:gd name="connsiteX22" fmla="*/ 11327518 w 11327518"/>
                      <a:gd name="connsiteY22" fmla="*/ 468067 h 5850838"/>
                      <a:gd name="connsiteX23" fmla="*/ 11327518 w 11327518"/>
                      <a:gd name="connsiteY23" fmla="*/ 877626 h 5850838"/>
                      <a:gd name="connsiteX24" fmla="*/ 11327518 w 11327518"/>
                      <a:gd name="connsiteY24" fmla="*/ 1462710 h 5850838"/>
                      <a:gd name="connsiteX25" fmla="*/ 11327518 w 11327518"/>
                      <a:gd name="connsiteY25" fmla="*/ 1989285 h 5850838"/>
                      <a:gd name="connsiteX26" fmla="*/ 11327518 w 11327518"/>
                      <a:gd name="connsiteY26" fmla="*/ 2515860 h 5850838"/>
                      <a:gd name="connsiteX27" fmla="*/ 11327518 w 11327518"/>
                      <a:gd name="connsiteY27" fmla="*/ 3042436 h 5850838"/>
                      <a:gd name="connsiteX28" fmla="*/ 11327518 w 11327518"/>
                      <a:gd name="connsiteY28" fmla="*/ 3451994 h 5850838"/>
                      <a:gd name="connsiteX29" fmla="*/ 11327518 w 11327518"/>
                      <a:gd name="connsiteY29" fmla="*/ 4154095 h 5850838"/>
                      <a:gd name="connsiteX30" fmla="*/ 11327518 w 11327518"/>
                      <a:gd name="connsiteY30" fmla="*/ 4856196 h 5850838"/>
                      <a:gd name="connsiteX31" fmla="*/ 11327518 w 11327518"/>
                      <a:gd name="connsiteY31" fmla="*/ 5265754 h 5850838"/>
                      <a:gd name="connsiteX32" fmla="*/ 11327518 w 11327518"/>
                      <a:gd name="connsiteY32" fmla="*/ 5850838 h 5850838"/>
                      <a:gd name="connsiteX33" fmla="*/ 10731333 w 11327518"/>
                      <a:gd name="connsiteY33" fmla="*/ 5850838 h 5850838"/>
                      <a:gd name="connsiteX34" fmla="*/ 10361698 w 11327518"/>
                      <a:gd name="connsiteY34" fmla="*/ 5850838 h 5850838"/>
                      <a:gd name="connsiteX35" fmla="*/ 9878788 w 11327518"/>
                      <a:gd name="connsiteY35" fmla="*/ 5850838 h 5850838"/>
                      <a:gd name="connsiteX36" fmla="*/ 9282603 w 11327518"/>
                      <a:gd name="connsiteY36" fmla="*/ 5850838 h 5850838"/>
                      <a:gd name="connsiteX37" fmla="*/ 8686418 w 11327518"/>
                      <a:gd name="connsiteY37" fmla="*/ 5850838 h 5850838"/>
                      <a:gd name="connsiteX38" fmla="*/ 7976957 w 11327518"/>
                      <a:gd name="connsiteY38" fmla="*/ 5850838 h 5850838"/>
                      <a:gd name="connsiteX39" fmla="*/ 7607323 w 11327518"/>
                      <a:gd name="connsiteY39" fmla="*/ 5850838 h 5850838"/>
                      <a:gd name="connsiteX40" fmla="*/ 7237688 w 11327518"/>
                      <a:gd name="connsiteY40" fmla="*/ 5850838 h 5850838"/>
                      <a:gd name="connsiteX41" fmla="*/ 6414952 w 11327518"/>
                      <a:gd name="connsiteY41" fmla="*/ 5850838 h 5850838"/>
                      <a:gd name="connsiteX42" fmla="*/ 5592217 w 11327518"/>
                      <a:gd name="connsiteY42" fmla="*/ 5850838 h 5850838"/>
                      <a:gd name="connsiteX43" fmla="*/ 4996032 w 11327518"/>
                      <a:gd name="connsiteY43" fmla="*/ 5850838 h 5850838"/>
                      <a:gd name="connsiteX44" fmla="*/ 4739672 w 11327518"/>
                      <a:gd name="connsiteY44" fmla="*/ 5850838 h 5850838"/>
                      <a:gd name="connsiteX45" fmla="*/ 4483312 w 11327518"/>
                      <a:gd name="connsiteY45" fmla="*/ 5850838 h 5850838"/>
                      <a:gd name="connsiteX46" fmla="*/ 3660577 w 11327518"/>
                      <a:gd name="connsiteY46" fmla="*/ 5850838 h 5850838"/>
                      <a:gd name="connsiteX47" fmla="*/ 3177667 w 11327518"/>
                      <a:gd name="connsiteY47" fmla="*/ 5850838 h 5850838"/>
                      <a:gd name="connsiteX48" fmla="*/ 2354931 w 11327518"/>
                      <a:gd name="connsiteY48" fmla="*/ 5850838 h 5850838"/>
                      <a:gd name="connsiteX49" fmla="*/ 1758746 w 11327518"/>
                      <a:gd name="connsiteY49" fmla="*/ 5850838 h 5850838"/>
                      <a:gd name="connsiteX50" fmla="*/ 1502387 w 11327518"/>
                      <a:gd name="connsiteY50" fmla="*/ 5850838 h 5850838"/>
                      <a:gd name="connsiteX51" fmla="*/ 1132752 w 11327518"/>
                      <a:gd name="connsiteY51" fmla="*/ 5850838 h 5850838"/>
                      <a:gd name="connsiteX52" fmla="*/ 649842 w 11327518"/>
                      <a:gd name="connsiteY52" fmla="*/ 5850838 h 5850838"/>
                      <a:gd name="connsiteX53" fmla="*/ 0 w 11327518"/>
                      <a:gd name="connsiteY53" fmla="*/ 5850838 h 5850838"/>
                      <a:gd name="connsiteX54" fmla="*/ 0 w 11327518"/>
                      <a:gd name="connsiteY54" fmla="*/ 5207246 h 5850838"/>
                      <a:gd name="connsiteX55" fmla="*/ 0 w 11327518"/>
                      <a:gd name="connsiteY55" fmla="*/ 4680670 h 5850838"/>
                      <a:gd name="connsiteX56" fmla="*/ 0 w 11327518"/>
                      <a:gd name="connsiteY56" fmla="*/ 4271112 h 5850838"/>
                      <a:gd name="connsiteX57" fmla="*/ 0 w 11327518"/>
                      <a:gd name="connsiteY57" fmla="*/ 3569011 h 5850838"/>
                      <a:gd name="connsiteX58" fmla="*/ 0 w 11327518"/>
                      <a:gd name="connsiteY58" fmla="*/ 3159453 h 5850838"/>
                      <a:gd name="connsiteX59" fmla="*/ 0 w 11327518"/>
                      <a:gd name="connsiteY59" fmla="*/ 2574369 h 5850838"/>
                      <a:gd name="connsiteX60" fmla="*/ 0 w 11327518"/>
                      <a:gd name="connsiteY60" fmla="*/ 1872268 h 5850838"/>
                      <a:gd name="connsiteX61" fmla="*/ 0 w 11327518"/>
                      <a:gd name="connsiteY61" fmla="*/ 1170168 h 5850838"/>
                      <a:gd name="connsiteX62" fmla="*/ 0 w 11327518"/>
                      <a:gd name="connsiteY62" fmla="*/ 526575 h 5850838"/>
                      <a:gd name="connsiteX63" fmla="*/ 0 w 11327518"/>
                      <a:gd name="connsiteY63" fmla="*/ 0 h 58508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</a:cxnLst>
                    <a:rect l="l" t="t" r="r" b="b"/>
                    <a:pathLst>
                      <a:path w="11327518" h="5850838" fill="none" extrusionOk="0">
                        <a:moveTo>
                          <a:pt x="0" y="0"/>
                        </a:moveTo>
                        <a:cubicBezTo>
                          <a:pt x="199623" y="-38443"/>
                          <a:pt x="325669" y="57039"/>
                          <a:pt x="596185" y="0"/>
                        </a:cubicBezTo>
                        <a:cubicBezTo>
                          <a:pt x="866701" y="-57039"/>
                          <a:pt x="787814" y="30420"/>
                          <a:pt x="852545" y="0"/>
                        </a:cubicBezTo>
                        <a:cubicBezTo>
                          <a:pt x="917276" y="-30420"/>
                          <a:pt x="1407839" y="47840"/>
                          <a:pt x="1562005" y="0"/>
                        </a:cubicBezTo>
                        <a:cubicBezTo>
                          <a:pt x="1716171" y="-47840"/>
                          <a:pt x="1731284" y="20803"/>
                          <a:pt x="1818365" y="0"/>
                        </a:cubicBezTo>
                        <a:cubicBezTo>
                          <a:pt x="1905446" y="-20803"/>
                          <a:pt x="2249380" y="26975"/>
                          <a:pt x="2414550" y="0"/>
                        </a:cubicBezTo>
                        <a:cubicBezTo>
                          <a:pt x="2579720" y="-26975"/>
                          <a:pt x="2915166" y="64698"/>
                          <a:pt x="3237285" y="0"/>
                        </a:cubicBezTo>
                        <a:cubicBezTo>
                          <a:pt x="3559405" y="-64698"/>
                          <a:pt x="3882863" y="66094"/>
                          <a:pt x="4060021" y="0"/>
                        </a:cubicBezTo>
                        <a:cubicBezTo>
                          <a:pt x="4237179" y="-66094"/>
                          <a:pt x="4467026" y="6500"/>
                          <a:pt x="4769481" y="0"/>
                        </a:cubicBezTo>
                        <a:cubicBezTo>
                          <a:pt x="5071936" y="-6500"/>
                          <a:pt x="5093310" y="50141"/>
                          <a:pt x="5252391" y="0"/>
                        </a:cubicBezTo>
                        <a:cubicBezTo>
                          <a:pt x="5411472" y="-50141"/>
                          <a:pt x="5436744" y="20958"/>
                          <a:pt x="5508751" y="0"/>
                        </a:cubicBezTo>
                        <a:cubicBezTo>
                          <a:pt x="5580758" y="-20958"/>
                          <a:pt x="5871744" y="16120"/>
                          <a:pt x="5991661" y="0"/>
                        </a:cubicBezTo>
                        <a:cubicBezTo>
                          <a:pt x="6111578" y="-16120"/>
                          <a:pt x="6531829" y="10514"/>
                          <a:pt x="6701121" y="0"/>
                        </a:cubicBezTo>
                        <a:cubicBezTo>
                          <a:pt x="6870413" y="-10514"/>
                          <a:pt x="7297743" y="27207"/>
                          <a:pt x="7523857" y="0"/>
                        </a:cubicBezTo>
                        <a:cubicBezTo>
                          <a:pt x="7749971" y="-27207"/>
                          <a:pt x="7695579" y="24095"/>
                          <a:pt x="7780216" y="0"/>
                        </a:cubicBezTo>
                        <a:cubicBezTo>
                          <a:pt x="7864853" y="-24095"/>
                          <a:pt x="7908775" y="28511"/>
                          <a:pt x="8036576" y="0"/>
                        </a:cubicBezTo>
                        <a:cubicBezTo>
                          <a:pt x="8164377" y="-28511"/>
                          <a:pt x="8574440" y="58668"/>
                          <a:pt x="8859311" y="0"/>
                        </a:cubicBezTo>
                        <a:cubicBezTo>
                          <a:pt x="9144182" y="-58668"/>
                          <a:pt x="8995791" y="2810"/>
                          <a:pt x="9115671" y="0"/>
                        </a:cubicBezTo>
                        <a:cubicBezTo>
                          <a:pt x="9235551" y="-2810"/>
                          <a:pt x="9498764" y="57817"/>
                          <a:pt x="9711856" y="0"/>
                        </a:cubicBezTo>
                        <a:cubicBezTo>
                          <a:pt x="9924949" y="-57817"/>
                          <a:pt x="9902014" y="42847"/>
                          <a:pt x="10081491" y="0"/>
                        </a:cubicBezTo>
                        <a:cubicBezTo>
                          <a:pt x="10260968" y="-42847"/>
                          <a:pt x="10339792" y="22130"/>
                          <a:pt x="10451126" y="0"/>
                        </a:cubicBezTo>
                        <a:cubicBezTo>
                          <a:pt x="10562461" y="-22130"/>
                          <a:pt x="11121904" y="104730"/>
                          <a:pt x="11327518" y="0"/>
                        </a:cubicBezTo>
                        <a:cubicBezTo>
                          <a:pt x="11349373" y="158838"/>
                          <a:pt x="11271907" y="341595"/>
                          <a:pt x="11327518" y="468067"/>
                        </a:cubicBezTo>
                        <a:cubicBezTo>
                          <a:pt x="11383129" y="594539"/>
                          <a:pt x="11290595" y="699903"/>
                          <a:pt x="11327518" y="877626"/>
                        </a:cubicBezTo>
                        <a:cubicBezTo>
                          <a:pt x="11364441" y="1055349"/>
                          <a:pt x="11311139" y="1291464"/>
                          <a:pt x="11327518" y="1462710"/>
                        </a:cubicBezTo>
                        <a:cubicBezTo>
                          <a:pt x="11343897" y="1633956"/>
                          <a:pt x="11294761" y="1835313"/>
                          <a:pt x="11327518" y="1989285"/>
                        </a:cubicBezTo>
                        <a:cubicBezTo>
                          <a:pt x="11360275" y="2143258"/>
                          <a:pt x="11268549" y="2293901"/>
                          <a:pt x="11327518" y="2515860"/>
                        </a:cubicBezTo>
                        <a:cubicBezTo>
                          <a:pt x="11386487" y="2737820"/>
                          <a:pt x="11281097" y="2825914"/>
                          <a:pt x="11327518" y="3042436"/>
                        </a:cubicBezTo>
                        <a:cubicBezTo>
                          <a:pt x="11373939" y="3258958"/>
                          <a:pt x="11295965" y="3331182"/>
                          <a:pt x="11327518" y="3451994"/>
                        </a:cubicBezTo>
                        <a:cubicBezTo>
                          <a:pt x="11359071" y="3572806"/>
                          <a:pt x="11274012" y="3937258"/>
                          <a:pt x="11327518" y="4154095"/>
                        </a:cubicBezTo>
                        <a:cubicBezTo>
                          <a:pt x="11381024" y="4370932"/>
                          <a:pt x="11290036" y="4655051"/>
                          <a:pt x="11327518" y="4856196"/>
                        </a:cubicBezTo>
                        <a:cubicBezTo>
                          <a:pt x="11365000" y="5057341"/>
                          <a:pt x="11326694" y="5162254"/>
                          <a:pt x="11327518" y="5265754"/>
                        </a:cubicBezTo>
                        <a:cubicBezTo>
                          <a:pt x="11328342" y="5369254"/>
                          <a:pt x="11321784" y="5710376"/>
                          <a:pt x="11327518" y="5850838"/>
                        </a:cubicBezTo>
                        <a:cubicBezTo>
                          <a:pt x="11072871" y="5862066"/>
                          <a:pt x="10962964" y="5846984"/>
                          <a:pt x="10731333" y="5850838"/>
                        </a:cubicBezTo>
                        <a:cubicBezTo>
                          <a:pt x="10499702" y="5854692"/>
                          <a:pt x="10526837" y="5846583"/>
                          <a:pt x="10361698" y="5850838"/>
                        </a:cubicBezTo>
                        <a:cubicBezTo>
                          <a:pt x="10196559" y="5855093"/>
                          <a:pt x="10057834" y="5830159"/>
                          <a:pt x="9878788" y="5850838"/>
                        </a:cubicBezTo>
                        <a:cubicBezTo>
                          <a:pt x="9699742" y="5871517"/>
                          <a:pt x="9550020" y="5787227"/>
                          <a:pt x="9282603" y="5850838"/>
                        </a:cubicBezTo>
                        <a:cubicBezTo>
                          <a:pt x="9015187" y="5914449"/>
                          <a:pt x="8809030" y="5811108"/>
                          <a:pt x="8686418" y="5850838"/>
                        </a:cubicBezTo>
                        <a:cubicBezTo>
                          <a:pt x="8563807" y="5890568"/>
                          <a:pt x="8300289" y="5835449"/>
                          <a:pt x="7976957" y="5850838"/>
                        </a:cubicBezTo>
                        <a:cubicBezTo>
                          <a:pt x="7653625" y="5866227"/>
                          <a:pt x="7763164" y="5821858"/>
                          <a:pt x="7607323" y="5850838"/>
                        </a:cubicBezTo>
                        <a:cubicBezTo>
                          <a:pt x="7451482" y="5879818"/>
                          <a:pt x="7369641" y="5823798"/>
                          <a:pt x="7237688" y="5850838"/>
                        </a:cubicBezTo>
                        <a:cubicBezTo>
                          <a:pt x="7105735" y="5877878"/>
                          <a:pt x="6614599" y="5773841"/>
                          <a:pt x="6414952" y="5850838"/>
                        </a:cubicBezTo>
                        <a:cubicBezTo>
                          <a:pt x="6215305" y="5927835"/>
                          <a:pt x="5870983" y="5845212"/>
                          <a:pt x="5592217" y="5850838"/>
                        </a:cubicBezTo>
                        <a:cubicBezTo>
                          <a:pt x="5313451" y="5856464"/>
                          <a:pt x="5130990" y="5785107"/>
                          <a:pt x="4996032" y="5850838"/>
                        </a:cubicBezTo>
                        <a:cubicBezTo>
                          <a:pt x="4861074" y="5916569"/>
                          <a:pt x="4798691" y="5847178"/>
                          <a:pt x="4739672" y="5850838"/>
                        </a:cubicBezTo>
                        <a:cubicBezTo>
                          <a:pt x="4680653" y="5854498"/>
                          <a:pt x="4582011" y="5838269"/>
                          <a:pt x="4483312" y="5850838"/>
                        </a:cubicBezTo>
                        <a:cubicBezTo>
                          <a:pt x="4384613" y="5863407"/>
                          <a:pt x="3858308" y="5760206"/>
                          <a:pt x="3660577" y="5850838"/>
                        </a:cubicBezTo>
                        <a:cubicBezTo>
                          <a:pt x="3462847" y="5941470"/>
                          <a:pt x="3331316" y="5821704"/>
                          <a:pt x="3177667" y="5850838"/>
                        </a:cubicBezTo>
                        <a:cubicBezTo>
                          <a:pt x="3024018" y="5879972"/>
                          <a:pt x="2605027" y="5800646"/>
                          <a:pt x="2354931" y="5850838"/>
                        </a:cubicBezTo>
                        <a:cubicBezTo>
                          <a:pt x="2104835" y="5901030"/>
                          <a:pt x="1968527" y="5805912"/>
                          <a:pt x="1758746" y="5850838"/>
                        </a:cubicBezTo>
                        <a:cubicBezTo>
                          <a:pt x="1548965" y="5895764"/>
                          <a:pt x="1627155" y="5831445"/>
                          <a:pt x="1502387" y="5850838"/>
                        </a:cubicBezTo>
                        <a:cubicBezTo>
                          <a:pt x="1377619" y="5870231"/>
                          <a:pt x="1243411" y="5808250"/>
                          <a:pt x="1132752" y="5850838"/>
                        </a:cubicBezTo>
                        <a:cubicBezTo>
                          <a:pt x="1022093" y="5893426"/>
                          <a:pt x="841842" y="5813802"/>
                          <a:pt x="649842" y="5850838"/>
                        </a:cubicBezTo>
                        <a:cubicBezTo>
                          <a:pt x="457842" y="5887874"/>
                          <a:pt x="316547" y="5817400"/>
                          <a:pt x="0" y="5850838"/>
                        </a:cubicBezTo>
                        <a:cubicBezTo>
                          <a:pt x="-23010" y="5667982"/>
                          <a:pt x="26371" y="5376550"/>
                          <a:pt x="0" y="5207246"/>
                        </a:cubicBezTo>
                        <a:cubicBezTo>
                          <a:pt x="-26371" y="5037942"/>
                          <a:pt x="52499" y="4836475"/>
                          <a:pt x="0" y="4680670"/>
                        </a:cubicBezTo>
                        <a:cubicBezTo>
                          <a:pt x="-52499" y="4524865"/>
                          <a:pt x="38164" y="4424291"/>
                          <a:pt x="0" y="4271112"/>
                        </a:cubicBezTo>
                        <a:cubicBezTo>
                          <a:pt x="-38164" y="4117933"/>
                          <a:pt x="13038" y="3901346"/>
                          <a:pt x="0" y="3569011"/>
                        </a:cubicBezTo>
                        <a:cubicBezTo>
                          <a:pt x="-13038" y="3236676"/>
                          <a:pt x="26246" y="3283733"/>
                          <a:pt x="0" y="3159453"/>
                        </a:cubicBezTo>
                        <a:cubicBezTo>
                          <a:pt x="-26246" y="3035173"/>
                          <a:pt x="16811" y="2759597"/>
                          <a:pt x="0" y="2574369"/>
                        </a:cubicBezTo>
                        <a:cubicBezTo>
                          <a:pt x="-16811" y="2389141"/>
                          <a:pt x="25008" y="2066581"/>
                          <a:pt x="0" y="1872268"/>
                        </a:cubicBezTo>
                        <a:cubicBezTo>
                          <a:pt x="-25008" y="1677955"/>
                          <a:pt x="19918" y="1408387"/>
                          <a:pt x="0" y="1170168"/>
                        </a:cubicBezTo>
                        <a:cubicBezTo>
                          <a:pt x="-19918" y="931949"/>
                          <a:pt x="41231" y="841743"/>
                          <a:pt x="0" y="526575"/>
                        </a:cubicBezTo>
                        <a:cubicBezTo>
                          <a:pt x="-41231" y="211407"/>
                          <a:pt x="52995" y="160001"/>
                          <a:pt x="0" y="0"/>
                        </a:cubicBezTo>
                        <a:close/>
                      </a:path>
                      <a:path w="11327518" h="5850838" stroke="0" extrusionOk="0">
                        <a:moveTo>
                          <a:pt x="0" y="0"/>
                        </a:moveTo>
                        <a:cubicBezTo>
                          <a:pt x="190339" y="-52346"/>
                          <a:pt x="344887" y="51323"/>
                          <a:pt x="482910" y="0"/>
                        </a:cubicBezTo>
                        <a:cubicBezTo>
                          <a:pt x="620933" y="-51323"/>
                          <a:pt x="675871" y="19361"/>
                          <a:pt x="739270" y="0"/>
                        </a:cubicBezTo>
                        <a:cubicBezTo>
                          <a:pt x="802669" y="-19361"/>
                          <a:pt x="1325916" y="92536"/>
                          <a:pt x="1562005" y="0"/>
                        </a:cubicBezTo>
                        <a:cubicBezTo>
                          <a:pt x="1798094" y="-92536"/>
                          <a:pt x="1929995" y="27160"/>
                          <a:pt x="2044915" y="0"/>
                        </a:cubicBezTo>
                        <a:cubicBezTo>
                          <a:pt x="2159835" y="-27160"/>
                          <a:pt x="2302190" y="26229"/>
                          <a:pt x="2527825" y="0"/>
                        </a:cubicBezTo>
                        <a:cubicBezTo>
                          <a:pt x="2753460" y="-26229"/>
                          <a:pt x="3158478" y="63046"/>
                          <a:pt x="3350561" y="0"/>
                        </a:cubicBezTo>
                        <a:cubicBezTo>
                          <a:pt x="3542644" y="-63046"/>
                          <a:pt x="3595952" y="25830"/>
                          <a:pt x="3720195" y="0"/>
                        </a:cubicBezTo>
                        <a:cubicBezTo>
                          <a:pt x="3844438" y="-25830"/>
                          <a:pt x="4252403" y="57654"/>
                          <a:pt x="4542931" y="0"/>
                        </a:cubicBezTo>
                        <a:cubicBezTo>
                          <a:pt x="4833459" y="-57654"/>
                          <a:pt x="5188070" y="23753"/>
                          <a:pt x="5365666" y="0"/>
                        </a:cubicBezTo>
                        <a:cubicBezTo>
                          <a:pt x="5543262" y="-23753"/>
                          <a:pt x="5832864" y="57122"/>
                          <a:pt x="5961852" y="0"/>
                        </a:cubicBezTo>
                        <a:cubicBezTo>
                          <a:pt x="6090840" y="-57122"/>
                          <a:pt x="6563315" y="36277"/>
                          <a:pt x="6784587" y="0"/>
                        </a:cubicBezTo>
                        <a:cubicBezTo>
                          <a:pt x="7005859" y="-36277"/>
                          <a:pt x="7061557" y="9086"/>
                          <a:pt x="7267497" y="0"/>
                        </a:cubicBezTo>
                        <a:cubicBezTo>
                          <a:pt x="7473437" y="-9086"/>
                          <a:pt x="7618214" y="16848"/>
                          <a:pt x="7750407" y="0"/>
                        </a:cubicBezTo>
                        <a:cubicBezTo>
                          <a:pt x="7882600" y="-16848"/>
                          <a:pt x="8156801" y="57895"/>
                          <a:pt x="8459867" y="0"/>
                        </a:cubicBezTo>
                        <a:cubicBezTo>
                          <a:pt x="8762933" y="-57895"/>
                          <a:pt x="8800897" y="52657"/>
                          <a:pt x="8942777" y="0"/>
                        </a:cubicBezTo>
                        <a:cubicBezTo>
                          <a:pt x="9084657" y="-52657"/>
                          <a:pt x="9551186" y="15908"/>
                          <a:pt x="9765513" y="0"/>
                        </a:cubicBezTo>
                        <a:cubicBezTo>
                          <a:pt x="9979840" y="-15908"/>
                          <a:pt x="10213960" y="26999"/>
                          <a:pt x="10588248" y="0"/>
                        </a:cubicBezTo>
                        <a:cubicBezTo>
                          <a:pt x="10962536" y="-26999"/>
                          <a:pt x="10964858" y="21158"/>
                          <a:pt x="11327518" y="0"/>
                        </a:cubicBezTo>
                        <a:cubicBezTo>
                          <a:pt x="11329404" y="204381"/>
                          <a:pt x="11289217" y="381973"/>
                          <a:pt x="11327518" y="526575"/>
                        </a:cubicBezTo>
                        <a:cubicBezTo>
                          <a:pt x="11365819" y="671178"/>
                          <a:pt x="11303432" y="760079"/>
                          <a:pt x="11327518" y="936134"/>
                        </a:cubicBezTo>
                        <a:cubicBezTo>
                          <a:pt x="11351604" y="1112189"/>
                          <a:pt x="11297919" y="1245027"/>
                          <a:pt x="11327518" y="1404201"/>
                        </a:cubicBezTo>
                        <a:cubicBezTo>
                          <a:pt x="11357117" y="1563375"/>
                          <a:pt x="11301602" y="1789758"/>
                          <a:pt x="11327518" y="2047793"/>
                        </a:cubicBezTo>
                        <a:cubicBezTo>
                          <a:pt x="11353434" y="2305828"/>
                          <a:pt x="11265423" y="2366097"/>
                          <a:pt x="11327518" y="2574369"/>
                        </a:cubicBezTo>
                        <a:cubicBezTo>
                          <a:pt x="11389613" y="2782641"/>
                          <a:pt x="11298050" y="2885977"/>
                          <a:pt x="11327518" y="3042436"/>
                        </a:cubicBezTo>
                        <a:cubicBezTo>
                          <a:pt x="11356986" y="3198895"/>
                          <a:pt x="11263295" y="3536795"/>
                          <a:pt x="11327518" y="3686028"/>
                        </a:cubicBezTo>
                        <a:cubicBezTo>
                          <a:pt x="11391741" y="3835261"/>
                          <a:pt x="11265829" y="4108878"/>
                          <a:pt x="11327518" y="4271112"/>
                        </a:cubicBezTo>
                        <a:cubicBezTo>
                          <a:pt x="11389207" y="4433346"/>
                          <a:pt x="11286850" y="4673434"/>
                          <a:pt x="11327518" y="4856196"/>
                        </a:cubicBezTo>
                        <a:cubicBezTo>
                          <a:pt x="11368186" y="5038958"/>
                          <a:pt x="11295571" y="5472768"/>
                          <a:pt x="11327518" y="5850838"/>
                        </a:cubicBezTo>
                        <a:cubicBezTo>
                          <a:pt x="11111307" y="5854150"/>
                          <a:pt x="10831911" y="5818363"/>
                          <a:pt x="10618058" y="5850838"/>
                        </a:cubicBezTo>
                        <a:cubicBezTo>
                          <a:pt x="10404205" y="5883313"/>
                          <a:pt x="10429394" y="5845042"/>
                          <a:pt x="10248423" y="5850838"/>
                        </a:cubicBezTo>
                        <a:cubicBezTo>
                          <a:pt x="10067452" y="5856634"/>
                          <a:pt x="9754262" y="5801999"/>
                          <a:pt x="9538963" y="5850838"/>
                        </a:cubicBezTo>
                        <a:cubicBezTo>
                          <a:pt x="9323664" y="5899677"/>
                          <a:pt x="9361173" y="5826118"/>
                          <a:pt x="9282603" y="5850838"/>
                        </a:cubicBezTo>
                        <a:cubicBezTo>
                          <a:pt x="9204033" y="5875558"/>
                          <a:pt x="8854828" y="5769311"/>
                          <a:pt x="8573143" y="5850838"/>
                        </a:cubicBezTo>
                        <a:cubicBezTo>
                          <a:pt x="8291458" y="5932365"/>
                          <a:pt x="8290328" y="5811605"/>
                          <a:pt x="8203508" y="5850838"/>
                        </a:cubicBezTo>
                        <a:cubicBezTo>
                          <a:pt x="8116688" y="5890071"/>
                          <a:pt x="8057882" y="5831319"/>
                          <a:pt x="7947148" y="5850838"/>
                        </a:cubicBezTo>
                        <a:cubicBezTo>
                          <a:pt x="7836414" y="5870357"/>
                          <a:pt x="7730897" y="5812334"/>
                          <a:pt x="7577513" y="5850838"/>
                        </a:cubicBezTo>
                        <a:cubicBezTo>
                          <a:pt x="7424129" y="5889342"/>
                          <a:pt x="7192735" y="5821747"/>
                          <a:pt x="6868053" y="5850838"/>
                        </a:cubicBezTo>
                        <a:cubicBezTo>
                          <a:pt x="6543371" y="5879929"/>
                          <a:pt x="6663453" y="5837340"/>
                          <a:pt x="6498418" y="5850838"/>
                        </a:cubicBezTo>
                        <a:cubicBezTo>
                          <a:pt x="6333383" y="5864336"/>
                          <a:pt x="6333602" y="5842292"/>
                          <a:pt x="6242059" y="5850838"/>
                        </a:cubicBezTo>
                        <a:cubicBezTo>
                          <a:pt x="6150516" y="5859384"/>
                          <a:pt x="6020687" y="5825363"/>
                          <a:pt x="5872424" y="5850838"/>
                        </a:cubicBezTo>
                        <a:cubicBezTo>
                          <a:pt x="5724161" y="5876313"/>
                          <a:pt x="5575375" y="5837302"/>
                          <a:pt x="5389514" y="5850838"/>
                        </a:cubicBezTo>
                        <a:cubicBezTo>
                          <a:pt x="5203653" y="5864374"/>
                          <a:pt x="4926543" y="5825923"/>
                          <a:pt x="4793329" y="5850838"/>
                        </a:cubicBezTo>
                        <a:cubicBezTo>
                          <a:pt x="4660116" y="5875753"/>
                          <a:pt x="4540325" y="5848753"/>
                          <a:pt x="4423694" y="5850838"/>
                        </a:cubicBezTo>
                        <a:cubicBezTo>
                          <a:pt x="4307063" y="5852923"/>
                          <a:pt x="3918926" y="5782362"/>
                          <a:pt x="3600958" y="5850838"/>
                        </a:cubicBezTo>
                        <a:cubicBezTo>
                          <a:pt x="3282990" y="5919314"/>
                          <a:pt x="3205131" y="5781166"/>
                          <a:pt x="3004773" y="5850838"/>
                        </a:cubicBezTo>
                        <a:cubicBezTo>
                          <a:pt x="2804415" y="5920510"/>
                          <a:pt x="2430364" y="5791142"/>
                          <a:pt x="2182038" y="5850838"/>
                        </a:cubicBezTo>
                        <a:cubicBezTo>
                          <a:pt x="1933712" y="5910534"/>
                          <a:pt x="1721636" y="5784395"/>
                          <a:pt x="1472577" y="5850838"/>
                        </a:cubicBezTo>
                        <a:cubicBezTo>
                          <a:pt x="1223518" y="5917281"/>
                          <a:pt x="1109801" y="5807946"/>
                          <a:pt x="989667" y="5850838"/>
                        </a:cubicBezTo>
                        <a:cubicBezTo>
                          <a:pt x="869533" y="5893730"/>
                          <a:pt x="205328" y="5801417"/>
                          <a:pt x="0" y="5850838"/>
                        </a:cubicBezTo>
                        <a:cubicBezTo>
                          <a:pt x="-47768" y="5640259"/>
                          <a:pt x="9501" y="5481500"/>
                          <a:pt x="0" y="5382771"/>
                        </a:cubicBezTo>
                        <a:cubicBezTo>
                          <a:pt x="-9501" y="5284042"/>
                          <a:pt x="61414" y="5039869"/>
                          <a:pt x="0" y="4797687"/>
                        </a:cubicBezTo>
                        <a:cubicBezTo>
                          <a:pt x="-61414" y="4555505"/>
                          <a:pt x="17056" y="4422475"/>
                          <a:pt x="0" y="4095587"/>
                        </a:cubicBezTo>
                        <a:cubicBezTo>
                          <a:pt x="-17056" y="3768699"/>
                          <a:pt x="35192" y="3648981"/>
                          <a:pt x="0" y="3393486"/>
                        </a:cubicBezTo>
                        <a:cubicBezTo>
                          <a:pt x="-35192" y="3137991"/>
                          <a:pt x="33394" y="3043799"/>
                          <a:pt x="0" y="2749894"/>
                        </a:cubicBezTo>
                        <a:cubicBezTo>
                          <a:pt x="-33394" y="2455989"/>
                          <a:pt x="74061" y="2397224"/>
                          <a:pt x="0" y="2106302"/>
                        </a:cubicBezTo>
                        <a:cubicBezTo>
                          <a:pt x="-74061" y="1815380"/>
                          <a:pt x="61623" y="1626672"/>
                          <a:pt x="0" y="1462710"/>
                        </a:cubicBezTo>
                        <a:cubicBezTo>
                          <a:pt x="-61623" y="1298748"/>
                          <a:pt x="8561" y="1145488"/>
                          <a:pt x="0" y="994642"/>
                        </a:cubicBezTo>
                        <a:cubicBezTo>
                          <a:pt x="-8561" y="843796"/>
                          <a:pt x="79509" y="25923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2031516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E38676A9-791B-4BB8-8F7A-AA54D281E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5098" y="505113"/>
            <a:ext cx="11321803" cy="5847773"/>
          </a:xfrm>
          <a:prstGeom prst="rect">
            <a:avLst/>
          </a:prstGeom>
          <a:ln w="76200" cmpd="thinThick">
            <a:solidFill>
              <a:schemeClr val="tx1">
                <a:lumMod val="50000"/>
                <a:lumOff val="5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327518"/>
                      <a:gd name="connsiteY0" fmla="*/ 0 h 5850838"/>
                      <a:gd name="connsiteX1" fmla="*/ 596185 w 11327518"/>
                      <a:gd name="connsiteY1" fmla="*/ 0 h 5850838"/>
                      <a:gd name="connsiteX2" fmla="*/ 852545 w 11327518"/>
                      <a:gd name="connsiteY2" fmla="*/ 0 h 5850838"/>
                      <a:gd name="connsiteX3" fmla="*/ 1562005 w 11327518"/>
                      <a:gd name="connsiteY3" fmla="*/ 0 h 5850838"/>
                      <a:gd name="connsiteX4" fmla="*/ 1818365 w 11327518"/>
                      <a:gd name="connsiteY4" fmla="*/ 0 h 5850838"/>
                      <a:gd name="connsiteX5" fmla="*/ 2414550 w 11327518"/>
                      <a:gd name="connsiteY5" fmla="*/ 0 h 5850838"/>
                      <a:gd name="connsiteX6" fmla="*/ 3237285 w 11327518"/>
                      <a:gd name="connsiteY6" fmla="*/ 0 h 5850838"/>
                      <a:gd name="connsiteX7" fmla="*/ 4060021 w 11327518"/>
                      <a:gd name="connsiteY7" fmla="*/ 0 h 5850838"/>
                      <a:gd name="connsiteX8" fmla="*/ 4769481 w 11327518"/>
                      <a:gd name="connsiteY8" fmla="*/ 0 h 5850838"/>
                      <a:gd name="connsiteX9" fmla="*/ 5252391 w 11327518"/>
                      <a:gd name="connsiteY9" fmla="*/ 0 h 5850838"/>
                      <a:gd name="connsiteX10" fmla="*/ 5508751 w 11327518"/>
                      <a:gd name="connsiteY10" fmla="*/ 0 h 5850838"/>
                      <a:gd name="connsiteX11" fmla="*/ 5991661 w 11327518"/>
                      <a:gd name="connsiteY11" fmla="*/ 0 h 5850838"/>
                      <a:gd name="connsiteX12" fmla="*/ 6701121 w 11327518"/>
                      <a:gd name="connsiteY12" fmla="*/ 0 h 5850838"/>
                      <a:gd name="connsiteX13" fmla="*/ 7523857 w 11327518"/>
                      <a:gd name="connsiteY13" fmla="*/ 0 h 5850838"/>
                      <a:gd name="connsiteX14" fmla="*/ 7780216 w 11327518"/>
                      <a:gd name="connsiteY14" fmla="*/ 0 h 5850838"/>
                      <a:gd name="connsiteX15" fmla="*/ 8036576 w 11327518"/>
                      <a:gd name="connsiteY15" fmla="*/ 0 h 5850838"/>
                      <a:gd name="connsiteX16" fmla="*/ 8859311 w 11327518"/>
                      <a:gd name="connsiteY16" fmla="*/ 0 h 5850838"/>
                      <a:gd name="connsiteX17" fmla="*/ 9115671 w 11327518"/>
                      <a:gd name="connsiteY17" fmla="*/ 0 h 5850838"/>
                      <a:gd name="connsiteX18" fmla="*/ 9711856 w 11327518"/>
                      <a:gd name="connsiteY18" fmla="*/ 0 h 5850838"/>
                      <a:gd name="connsiteX19" fmla="*/ 10081491 w 11327518"/>
                      <a:gd name="connsiteY19" fmla="*/ 0 h 5850838"/>
                      <a:gd name="connsiteX20" fmla="*/ 10451126 w 11327518"/>
                      <a:gd name="connsiteY20" fmla="*/ 0 h 5850838"/>
                      <a:gd name="connsiteX21" fmla="*/ 11327518 w 11327518"/>
                      <a:gd name="connsiteY21" fmla="*/ 0 h 5850838"/>
                      <a:gd name="connsiteX22" fmla="*/ 11327518 w 11327518"/>
                      <a:gd name="connsiteY22" fmla="*/ 468067 h 5850838"/>
                      <a:gd name="connsiteX23" fmla="*/ 11327518 w 11327518"/>
                      <a:gd name="connsiteY23" fmla="*/ 877626 h 5850838"/>
                      <a:gd name="connsiteX24" fmla="*/ 11327518 w 11327518"/>
                      <a:gd name="connsiteY24" fmla="*/ 1462710 h 5850838"/>
                      <a:gd name="connsiteX25" fmla="*/ 11327518 w 11327518"/>
                      <a:gd name="connsiteY25" fmla="*/ 1989285 h 5850838"/>
                      <a:gd name="connsiteX26" fmla="*/ 11327518 w 11327518"/>
                      <a:gd name="connsiteY26" fmla="*/ 2515860 h 5850838"/>
                      <a:gd name="connsiteX27" fmla="*/ 11327518 w 11327518"/>
                      <a:gd name="connsiteY27" fmla="*/ 3042436 h 5850838"/>
                      <a:gd name="connsiteX28" fmla="*/ 11327518 w 11327518"/>
                      <a:gd name="connsiteY28" fmla="*/ 3451994 h 5850838"/>
                      <a:gd name="connsiteX29" fmla="*/ 11327518 w 11327518"/>
                      <a:gd name="connsiteY29" fmla="*/ 4154095 h 5850838"/>
                      <a:gd name="connsiteX30" fmla="*/ 11327518 w 11327518"/>
                      <a:gd name="connsiteY30" fmla="*/ 4856196 h 5850838"/>
                      <a:gd name="connsiteX31" fmla="*/ 11327518 w 11327518"/>
                      <a:gd name="connsiteY31" fmla="*/ 5265754 h 5850838"/>
                      <a:gd name="connsiteX32" fmla="*/ 11327518 w 11327518"/>
                      <a:gd name="connsiteY32" fmla="*/ 5850838 h 5850838"/>
                      <a:gd name="connsiteX33" fmla="*/ 10731333 w 11327518"/>
                      <a:gd name="connsiteY33" fmla="*/ 5850838 h 5850838"/>
                      <a:gd name="connsiteX34" fmla="*/ 10361698 w 11327518"/>
                      <a:gd name="connsiteY34" fmla="*/ 5850838 h 5850838"/>
                      <a:gd name="connsiteX35" fmla="*/ 9878788 w 11327518"/>
                      <a:gd name="connsiteY35" fmla="*/ 5850838 h 5850838"/>
                      <a:gd name="connsiteX36" fmla="*/ 9282603 w 11327518"/>
                      <a:gd name="connsiteY36" fmla="*/ 5850838 h 5850838"/>
                      <a:gd name="connsiteX37" fmla="*/ 8686418 w 11327518"/>
                      <a:gd name="connsiteY37" fmla="*/ 5850838 h 5850838"/>
                      <a:gd name="connsiteX38" fmla="*/ 7976957 w 11327518"/>
                      <a:gd name="connsiteY38" fmla="*/ 5850838 h 5850838"/>
                      <a:gd name="connsiteX39" fmla="*/ 7607323 w 11327518"/>
                      <a:gd name="connsiteY39" fmla="*/ 5850838 h 5850838"/>
                      <a:gd name="connsiteX40" fmla="*/ 7237688 w 11327518"/>
                      <a:gd name="connsiteY40" fmla="*/ 5850838 h 5850838"/>
                      <a:gd name="connsiteX41" fmla="*/ 6414952 w 11327518"/>
                      <a:gd name="connsiteY41" fmla="*/ 5850838 h 5850838"/>
                      <a:gd name="connsiteX42" fmla="*/ 5592217 w 11327518"/>
                      <a:gd name="connsiteY42" fmla="*/ 5850838 h 5850838"/>
                      <a:gd name="connsiteX43" fmla="*/ 4996032 w 11327518"/>
                      <a:gd name="connsiteY43" fmla="*/ 5850838 h 5850838"/>
                      <a:gd name="connsiteX44" fmla="*/ 4739672 w 11327518"/>
                      <a:gd name="connsiteY44" fmla="*/ 5850838 h 5850838"/>
                      <a:gd name="connsiteX45" fmla="*/ 4483312 w 11327518"/>
                      <a:gd name="connsiteY45" fmla="*/ 5850838 h 5850838"/>
                      <a:gd name="connsiteX46" fmla="*/ 3660577 w 11327518"/>
                      <a:gd name="connsiteY46" fmla="*/ 5850838 h 5850838"/>
                      <a:gd name="connsiteX47" fmla="*/ 3177667 w 11327518"/>
                      <a:gd name="connsiteY47" fmla="*/ 5850838 h 5850838"/>
                      <a:gd name="connsiteX48" fmla="*/ 2354931 w 11327518"/>
                      <a:gd name="connsiteY48" fmla="*/ 5850838 h 5850838"/>
                      <a:gd name="connsiteX49" fmla="*/ 1758746 w 11327518"/>
                      <a:gd name="connsiteY49" fmla="*/ 5850838 h 5850838"/>
                      <a:gd name="connsiteX50" fmla="*/ 1502387 w 11327518"/>
                      <a:gd name="connsiteY50" fmla="*/ 5850838 h 5850838"/>
                      <a:gd name="connsiteX51" fmla="*/ 1132752 w 11327518"/>
                      <a:gd name="connsiteY51" fmla="*/ 5850838 h 5850838"/>
                      <a:gd name="connsiteX52" fmla="*/ 649842 w 11327518"/>
                      <a:gd name="connsiteY52" fmla="*/ 5850838 h 5850838"/>
                      <a:gd name="connsiteX53" fmla="*/ 0 w 11327518"/>
                      <a:gd name="connsiteY53" fmla="*/ 5850838 h 5850838"/>
                      <a:gd name="connsiteX54" fmla="*/ 0 w 11327518"/>
                      <a:gd name="connsiteY54" fmla="*/ 5207246 h 5850838"/>
                      <a:gd name="connsiteX55" fmla="*/ 0 w 11327518"/>
                      <a:gd name="connsiteY55" fmla="*/ 4680670 h 5850838"/>
                      <a:gd name="connsiteX56" fmla="*/ 0 w 11327518"/>
                      <a:gd name="connsiteY56" fmla="*/ 4271112 h 5850838"/>
                      <a:gd name="connsiteX57" fmla="*/ 0 w 11327518"/>
                      <a:gd name="connsiteY57" fmla="*/ 3569011 h 5850838"/>
                      <a:gd name="connsiteX58" fmla="*/ 0 w 11327518"/>
                      <a:gd name="connsiteY58" fmla="*/ 3159453 h 5850838"/>
                      <a:gd name="connsiteX59" fmla="*/ 0 w 11327518"/>
                      <a:gd name="connsiteY59" fmla="*/ 2574369 h 5850838"/>
                      <a:gd name="connsiteX60" fmla="*/ 0 w 11327518"/>
                      <a:gd name="connsiteY60" fmla="*/ 1872268 h 5850838"/>
                      <a:gd name="connsiteX61" fmla="*/ 0 w 11327518"/>
                      <a:gd name="connsiteY61" fmla="*/ 1170168 h 5850838"/>
                      <a:gd name="connsiteX62" fmla="*/ 0 w 11327518"/>
                      <a:gd name="connsiteY62" fmla="*/ 526575 h 5850838"/>
                      <a:gd name="connsiteX63" fmla="*/ 0 w 11327518"/>
                      <a:gd name="connsiteY63" fmla="*/ 0 h 58508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</a:cxnLst>
                    <a:rect l="l" t="t" r="r" b="b"/>
                    <a:pathLst>
                      <a:path w="11327518" h="5850838" fill="none" extrusionOk="0">
                        <a:moveTo>
                          <a:pt x="0" y="0"/>
                        </a:moveTo>
                        <a:cubicBezTo>
                          <a:pt x="199623" y="-38443"/>
                          <a:pt x="325669" y="57039"/>
                          <a:pt x="596185" y="0"/>
                        </a:cubicBezTo>
                        <a:cubicBezTo>
                          <a:pt x="866701" y="-57039"/>
                          <a:pt x="787814" y="30420"/>
                          <a:pt x="852545" y="0"/>
                        </a:cubicBezTo>
                        <a:cubicBezTo>
                          <a:pt x="917276" y="-30420"/>
                          <a:pt x="1407839" y="47840"/>
                          <a:pt x="1562005" y="0"/>
                        </a:cubicBezTo>
                        <a:cubicBezTo>
                          <a:pt x="1716171" y="-47840"/>
                          <a:pt x="1731284" y="20803"/>
                          <a:pt x="1818365" y="0"/>
                        </a:cubicBezTo>
                        <a:cubicBezTo>
                          <a:pt x="1905446" y="-20803"/>
                          <a:pt x="2249380" y="26975"/>
                          <a:pt x="2414550" y="0"/>
                        </a:cubicBezTo>
                        <a:cubicBezTo>
                          <a:pt x="2579720" y="-26975"/>
                          <a:pt x="2915166" y="64698"/>
                          <a:pt x="3237285" y="0"/>
                        </a:cubicBezTo>
                        <a:cubicBezTo>
                          <a:pt x="3559405" y="-64698"/>
                          <a:pt x="3882863" y="66094"/>
                          <a:pt x="4060021" y="0"/>
                        </a:cubicBezTo>
                        <a:cubicBezTo>
                          <a:pt x="4237179" y="-66094"/>
                          <a:pt x="4467026" y="6500"/>
                          <a:pt x="4769481" y="0"/>
                        </a:cubicBezTo>
                        <a:cubicBezTo>
                          <a:pt x="5071936" y="-6500"/>
                          <a:pt x="5093310" y="50141"/>
                          <a:pt x="5252391" y="0"/>
                        </a:cubicBezTo>
                        <a:cubicBezTo>
                          <a:pt x="5411472" y="-50141"/>
                          <a:pt x="5436744" y="20958"/>
                          <a:pt x="5508751" y="0"/>
                        </a:cubicBezTo>
                        <a:cubicBezTo>
                          <a:pt x="5580758" y="-20958"/>
                          <a:pt x="5871744" y="16120"/>
                          <a:pt x="5991661" y="0"/>
                        </a:cubicBezTo>
                        <a:cubicBezTo>
                          <a:pt x="6111578" y="-16120"/>
                          <a:pt x="6531829" y="10514"/>
                          <a:pt x="6701121" y="0"/>
                        </a:cubicBezTo>
                        <a:cubicBezTo>
                          <a:pt x="6870413" y="-10514"/>
                          <a:pt x="7297743" y="27207"/>
                          <a:pt x="7523857" y="0"/>
                        </a:cubicBezTo>
                        <a:cubicBezTo>
                          <a:pt x="7749971" y="-27207"/>
                          <a:pt x="7695579" y="24095"/>
                          <a:pt x="7780216" y="0"/>
                        </a:cubicBezTo>
                        <a:cubicBezTo>
                          <a:pt x="7864853" y="-24095"/>
                          <a:pt x="7908775" y="28511"/>
                          <a:pt x="8036576" y="0"/>
                        </a:cubicBezTo>
                        <a:cubicBezTo>
                          <a:pt x="8164377" y="-28511"/>
                          <a:pt x="8574440" y="58668"/>
                          <a:pt x="8859311" y="0"/>
                        </a:cubicBezTo>
                        <a:cubicBezTo>
                          <a:pt x="9144182" y="-58668"/>
                          <a:pt x="8995791" y="2810"/>
                          <a:pt x="9115671" y="0"/>
                        </a:cubicBezTo>
                        <a:cubicBezTo>
                          <a:pt x="9235551" y="-2810"/>
                          <a:pt x="9498764" y="57817"/>
                          <a:pt x="9711856" y="0"/>
                        </a:cubicBezTo>
                        <a:cubicBezTo>
                          <a:pt x="9924949" y="-57817"/>
                          <a:pt x="9902014" y="42847"/>
                          <a:pt x="10081491" y="0"/>
                        </a:cubicBezTo>
                        <a:cubicBezTo>
                          <a:pt x="10260968" y="-42847"/>
                          <a:pt x="10339792" y="22130"/>
                          <a:pt x="10451126" y="0"/>
                        </a:cubicBezTo>
                        <a:cubicBezTo>
                          <a:pt x="10562461" y="-22130"/>
                          <a:pt x="11121904" y="104730"/>
                          <a:pt x="11327518" y="0"/>
                        </a:cubicBezTo>
                        <a:cubicBezTo>
                          <a:pt x="11349373" y="158838"/>
                          <a:pt x="11271907" y="341595"/>
                          <a:pt x="11327518" y="468067"/>
                        </a:cubicBezTo>
                        <a:cubicBezTo>
                          <a:pt x="11383129" y="594539"/>
                          <a:pt x="11290595" y="699903"/>
                          <a:pt x="11327518" y="877626"/>
                        </a:cubicBezTo>
                        <a:cubicBezTo>
                          <a:pt x="11364441" y="1055349"/>
                          <a:pt x="11311139" y="1291464"/>
                          <a:pt x="11327518" y="1462710"/>
                        </a:cubicBezTo>
                        <a:cubicBezTo>
                          <a:pt x="11343897" y="1633956"/>
                          <a:pt x="11294761" y="1835313"/>
                          <a:pt x="11327518" y="1989285"/>
                        </a:cubicBezTo>
                        <a:cubicBezTo>
                          <a:pt x="11360275" y="2143258"/>
                          <a:pt x="11268549" y="2293901"/>
                          <a:pt x="11327518" y="2515860"/>
                        </a:cubicBezTo>
                        <a:cubicBezTo>
                          <a:pt x="11386487" y="2737820"/>
                          <a:pt x="11281097" y="2825914"/>
                          <a:pt x="11327518" y="3042436"/>
                        </a:cubicBezTo>
                        <a:cubicBezTo>
                          <a:pt x="11373939" y="3258958"/>
                          <a:pt x="11295965" y="3331182"/>
                          <a:pt x="11327518" y="3451994"/>
                        </a:cubicBezTo>
                        <a:cubicBezTo>
                          <a:pt x="11359071" y="3572806"/>
                          <a:pt x="11274012" y="3937258"/>
                          <a:pt x="11327518" y="4154095"/>
                        </a:cubicBezTo>
                        <a:cubicBezTo>
                          <a:pt x="11381024" y="4370932"/>
                          <a:pt x="11290036" y="4655051"/>
                          <a:pt x="11327518" y="4856196"/>
                        </a:cubicBezTo>
                        <a:cubicBezTo>
                          <a:pt x="11365000" y="5057341"/>
                          <a:pt x="11326694" y="5162254"/>
                          <a:pt x="11327518" y="5265754"/>
                        </a:cubicBezTo>
                        <a:cubicBezTo>
                          <a:pt x="11328342" y="5369254"/>
                          <a:pt x="11321784" y="5710376"/>
                          <a:pt x="11327518" y="5850838"/>
                        </a:cubicBezTo>
                        <a:cubicBezTo>
                          <a:pt x="11072871" y="5862066"/>
                          <a:pt x="10962964" y="5846984"/>
                          <a:pt x="10731333" y="5850838"/>
                        </a:cubicBezTo>
                        <a:cubicBezTo>
                          <a:pt x="10499702" y="5854692"/>
                          <a:pt x="10526837" y="5846583"/>
                          <a:pt x="10361698" y="5850838"/>
                        </a:cubicBezTo>
                        <a:cubicBezTo>
                          <a:pt x="10196559" y="5855093"/>
                          <a:pt x="10057834" y="5830159"/>
                          <a:pt x="9878788" y="5850838"/>
                        </a:cubicBezTo>
                        <a:cubicBezTo>
                          <a:pt x="9699742" y="5871517"/>
                          <a:pt x="9550020" y="5787227"/>
                          <a:pt x="9282603" y="5850838"/>
                        </a:cubicBezTo>
                        <a:cubicBezTo>
                          <a:pt x="9015187" y="5914449"/>
                          <a:pt x="8809030" y="5811108"/>
                          <a:pt x="8686418" y="5850838"/>
                        </a:cubicBezTo>
                        <a:cubicBezTo>
                          <a:pt x="8563807" y="5890568"/>
                          <a:pt x="8300289" y="5835449"/>
                          <a:pt x="7976957" y="5850838"/>
                        </a:cubicBezTo>
                        <a:cubicBezTo>
                          <a:pt x="7653625" y="5866227"/>
                          <a:pt x="7763164" y="5821858"/>
                          <a:pt x="7607323" y="5850838"/>
                        </a:cubicBezTo>
                        <a:cubicBezTo>
                          <a:pt x="7451482" y="5879818"/>
                          <a:pt x="7369641" y="5823798"/>
                          <a:pt x="7237688" y="5850838"/>
                        </a:cubicBezTo>
                        <a:cubicBezTo>
                          <a:pt x="7105735" y="5877878"/>
                          <a:pt x="6614599" y="5773841"/>
                          <a:pt x="6414952" y="5850838"/>
                        </a:cubicBezTo>
                        <a:cubicBezTo>
                          <a:pt x="6215305" y="5927835"/>
                          <a:pt x="5870983" y="5845212"/>
                          <a:pt x="5592217" y="5850838"/>
                        </a:cubicBezTo>
                        <a:cubicBezTo>
                          <a:pt x="5313451" y="5856464"/>
                          <a:pt x="5130990" y="5785107"/>
                          <a:pt x="4996032" y="5850838"/>
                        </a:cubicBezTo>
                        <a:cubicBezTo>
                          <a:pt x="4861074" y="5916569"/>
                          <a:pt x="4798691" y="5847178"/>
                          <a:pt x="4739672" y="5850838"/>
                        </a:cubicBezTo>
                        <a:cubicBezTo>
                          <a:pt x="4680653" y="5854498"/>
                          <a:pt x="4582011" y="5838269"/>
                          <a:pt x="4483312" y="5850838"/>
                        </a:cubicBezTo>
                        <a:cubicBezTo>
                          <a:pt x="4384613" y="5863407"/>
                          <a:pt x="3858308" y="5760206"/>
                          <a:pt x="3660577" y="5850838"/>
                        </a:cubicBezTo>
                        <a:cubicBezTo>
                          <a:pt x="3462847" y="5941470"/>
                          <a:pt x="3331316" y="5821704"/>
                          <a:pt x="3177667" y="5850838"/>
                        </a:cubicBezTo>
                        <a:cubicBezTo>
                          <a:pt x="3024018" y="5879972"/>
                          <a:pt x="2605027" y="5800646"/>
                          <a:pt x="2354931" y="5850838"/>
                        </a:cubicBezTo>
                        <a:cubicBezTo>
                          <a:pt x="2104835" y="5901030"/>
                          <a:pt x="1968527" y="5805912"/>
                          <a:pt x="1758746" y="5850838"/>
                        </a:cubicBezTo>
                        <a:cubicBezTo>
                          <a:pt x="1548965" y="5895764"/>
                          <a:pt x="1627155" y="5831445"/>
                          <a:pt x="1502387" y="5850838"/>
                        </a:cubicBezTo>
                        <a:cubicBezTo>
                          <a:pt x="1377619" y="5870231"/>
                          <a:pt x="1243411" y="5808250"/>
                          <a:pt x="1132752" y="5850838"/>
                        </a:cubicBezTo>
                        <a:cubicBezTo>
                          <a:pt x="1022093" y="5893426"/>
                          <a:pt x="841842" y="5813802"/>
                          <a:pt x="649842" y="5850838"/>
                        </a:cubicBezTo>
                        <a:cubicBezTo>
                          <a:pt x="457842" y="5887874"/>
                          <a:pt x="316547" y="5817400"/>
                          <a:pt x="0" y="5850838"/>
                        </a:cubicBezTo>
                        <a:cubicBezTo>
                          <a:pt x="-23010" y="5667982"/>
                          <a:pt x="26371" y="5376550"/>
                          <a:pt x="0" y="5207246"/>
                        </a:cubicBezTo>
                        <a:cubicBezTo>
                          <a:pt x="-26371" y="5037942"/>
                          <a:pt x="52499" y="4836475"/>
                          <a:pt x="0" y="4680670"/>
                        </a:cubicBezTo>
                        <a:cubicBezTo>
                          <a:pt x="-52499" y="4524865"/>
                          <a:pt x="38164" y="4424291"/>
                          <a:pt x="0" y="4271112"/>
                        </a:cubicBezTo>
                        <a:cubicBezTo>
                          <a:pt x="-38164" y="4117933"/>
                          <a:pt x="13038" y="3901346"/>
                          <a:pt x="0" y="3569011"/>
                        </a:cubicBezTo>
                        <a:cubicBezTo>
                          <a:pt x="-13038" y="3236676"/>
                          <a:pt x="26246" y="3283733"/>
                          <a:pt x="0" y="3159453"/>
                        </a:cubicBezTo>
                        <a:cubicBezTo>
                          <a:pt x="-26246" y="3035173"/>
                          <a:pt x="16811" y="2759597"/>
                          <a:pt x="0" y="2574369"/>
                        </a:cubicBezTo>
                        <a:cubicBezTo>
                          <a:pt x="-16811" y="2389141"/>
                          <a:pt x="25008" y="2066581"/>
                          <a:pt x="0" y="1872268"/>
                        </a:cubicBezTo>
                        <a:cubicBezTo>
                          <a:pt x="-25008" y="1677955"/>
                          <a:pt x="19918" y="1408387"/>
                          <a:pt x="0" y="1170168"/>
                        </a:cubicBezTo>
                        <a:cubicBezTo>
                          <a:pt x="-19918" y="931949"/>
                          <a:pt x="41231" y="841743"/>
                          <a:pt x="0" y="526575"/>
                        </a:cubicBezTo>
                        <a:cubicBezTo>
                          <a:pt x="-41231" y="211407"/>
                          <a:pt x="52995" y="160001"/>
                          <a:pt x="0" y="0"/>
                        </a:cubicBezTo>
                        <a:close/>
                      </a:path>
                      <a:path w="11327518" h="5850838" stroke="0" extrusionOk="0">
                        <a:moveTo>
                          <a:pt x="0" y="0"/>
                        </a:moveTo>
                        <a:cubicBezTo>
                          <a:pt x="190339" y="-52346"/>
                          <a:pt x="344887" y="51323"/>
                          <a:pt x="482910" y="0"/>
                        </a:cubicBezTo>
                        <a:cubicBezTo>
                          <a:pt x="620933" y="-51323"/>
                          <a:pt x="675871" y="19361"/>
                          <a:pt x="739270" y="0"/>
                        </a:cubicBezTo>
                        <a:cubicBezTo>
                          <a:pt x="802669" y="-19361"/>
                          <a:pt x="1325916" y="92536"/>
                          <a:pt x="1562005" y="0"/>
                        </a:cubicBezTo>
                        <a:cubicBezTo>
                          <a:pt x="1798094" y="-92536"/>
                          <a:pt x="1929995" y="27160"/>
                          <a:pt x="2044915" y="0"/>
                        </a:cubicBezTo>
                        <a:cubicBezTo>
                          <a:pt x="2159835" y="-27160"/>
                          <a:pt x="2302190" y="26229"/>
                          <a:pt x="2527825" y="0"/>
                        </a:cubicBezTo>
                        <a:cubicBezTo>
                          <a:pt x="2753460" y="-26229"/>
                          <a:pt x="3158478" y="63046"/>
                          <a:pt x="3350561" y="0"/>
                        </a:cubicBezTo>
                        <a:cubicBezTo>
                          <a:pt x="3542644" y="-63046"/>
                          <a:pt x="3595952" y="25830"/>
                          <a:pt x="3720195" y="0"/>
                        </a:cubicBezTo>
                        <a:cubicBezTo>
                          <a:pt x="3844438" y="-25830"/>
                          <a:pt x="4252403" y="57654"/>
                          <a:pt x="4542931" y="0"/>
                        </a:cubicBezTo>
                        <a:cubicBezTo>
                          <a:pt x="4833459" y="-57654"/>
                          <a:pt x="5188070" y="23753"/>
                          <a:pt x="5365666" y="0"/>
                        </a:cubicBezTo>
                        <a:cubicBezTo>
                          <a:pt x="5543262" y="-23753"/>
                          <a:pt x="5832864" y="57122"/>
                          <a:pt x="5961852" y="0"/>
                        </a:cubicBezTo>
                        <a:cubicBezTo>
                          <a:pt x="6090840" y="-57122"/>
                          <a:pt x="6563315" y="36277"/>
                          <a:pt x="6784587" y="0"/>
                        </a:cubicBezTo>
                        <a:cubicBezTo>
                          <a:pt x="7005859" y="-36277"/>
                          <a:pt x="7061557" y="9086"/>
                          <a:pt x="7267497" y="0"/>
                        </a:cubicBezTo>
                        <a:cubicBezTo>
                          <a:pt x="7473437" y="-9086"/>
                          <a:pt x="7618214" y="16848"/>
                          <a:pt x="7750407" y="0"/>
                        </a:cubicBezTo>
                        <a:cubicBezTo>
                          <a:pt x="7882600" y="-16848"/>
                          <a:pt x="8156801" y="57895"/>
                          <a:pt x="8459867" y="0"/>
                        </a:cubicBezTo>
                        <a:cubicBezTo>
                          <a:pt x="8762933" y="-57895"/>
                          <a:pt x="8800897" y="52657"/>
                          <a:pt x="8942777" y="0"/>
                        </a:cubicBezTo>
                        <a:cubicBezTo>
                          <a:pt x="9084657" y="-52657"/>
                          <a:pt x="9551186" y="15908"/>
                          <a:pt x="9765513" y="0"/>
                        </a:cubicBezTo>
                        <a:cubicBezTo>
                          <a:pt x="9979840" y="-15908"/>
                          <a:pt x="10213960" y="26999"/>
                          <a:pt x="10588248" y="0"/>
                        </a:cubicBezTo>
                        <a:cubicBezTo>
                          <a:pt x="10962536" y="-26999"/>
                          <a:pt x="10964858" y="21158"/>
                          <a:pt x="11327518" y="0"/>
                        </a:cubicBezTo>
                        <a:cubicBezTo>
                          <a:pt x="11329404" y="204381"/>
                          <a:pt x="11289217" y="381973"/>
                          <a:pt x="11327518" y="526575"/>
                        </a:cubicBezTo>
                        <a:cubicBezTo>
                          <a:pt x="11365819" y="671178"/>
                          <a:pt x="11303432" y="760079"/>
                          <a:pt x="11327518" y="936134"/>
                        </a:cubicBezTo>
                        <a:cubicBezTo>
                          <a:pt x="11351604" y="1112189"/>
                          <a:pt x="11297919" y="1245027"/>
                          <a:pt x="11327518" y="1404201"/>
                        </a:cubicBezTo>
                        <a:cubicBezTo>
                          <a:pt x="11357117" y="1563375"/>
                          <a:pt x="11301602" y="1789758"/>
                          <a:pt x="11327518" y="2047793"/>
                        </a:cubicBezTo>
                        <a:cubicBezTo>
                          <a:pt x="11353434" y="2305828"/>
                          <a:pt x="11265423" y="2366097"/>
                          <a:pt x="11327518" y="2574369"/>
                        </a:cubicBezTo>
                        <a:cubicBezTo>
                          <a:pt x="11389613" y="2782641"/>
                          <a:pt x="11298050" y="2885977"/>
                          <a:pt x="11327518" y="3042436"/>
                        </a:cubicBezTo>
                        <a:cubicBezTo>
                          <a:pt x="11356986" y="3198895"/>
                          <a:pt x="11263295" y="3536795"/>
                          <a:pt x="11327518" y="3686028"/>
                        </a:cubicBezTo>
                        <a:cubicBezTo>
                          <a:pt x="11391741" y="3835261"/>
                          <a:pt x="11265829" y="4108878"/>
                          <a:pt x="11327518" y="4271112"/>
                        </a:cubicBezTo>
                        <a:cubicBezTo>
                          <a:pt x="11389207" y="4433346"/>
                          <a:pt x="11286850" y="4673434"/>
                          <a:pt x="11327518" y="4856196"/>
                        </a:cubicBezTo>
                        <a:cubicBezTo>
                          <a:pt x="11368186" y="5038958"/>
                          <a:pt x="11295571" y="5472768"/>
                          <a:pt x="11327518" y="5850838"/>
                        </a:cubicBezTo>
                        <a:cubicBezTo>
                          <a:pt x="11111307" y="5854150"/>
                          <a:pt x="10831911" y="5818363"/>
                          <a:pt x="10618058" y="5850838"/>
                        </a:cubicBezTo>
                        <a:cubicBezTo>
                          <a:pt x="10404205" y="5883313"/>
                          <a:pt x="10429394" y="5845042"/>
                          <a:pt x="10248423" y="5850838"/>
                        </a:cubicBezTo>
                        <a:cubicBezTo>
                          <a:pt x="10067452" y="5856634"/>
                          <a:pt x="9754262" y="5801999"/>
                          <a:pt x="9538963" y="5850838"/>
                        </a:cubicBezTo>
                        <a:cubicBezTo>
                          <a:pt x="9323664" y="5899677"/>
                          <a:pt x="9361173" y="5826118"/>
                          <a:pt x="9282603" y="5850838"/>
                        </a:cubicBezTo>
                        <a:cubicBezTo>
                          <a:pt x="9204033" y="5875558"/>
                          <a:pt x="8854828" y="5769311"/>
                          <a:pt x="8573143" y="5850838"/>
                        </a:cubicBezTo>
                        <a:cubicBezTo>
                          <a:pt x="8291458" y="5932365"/>
                          <a:pt x="8290328" y="5811605"/>
                          <a:pt x="8203508" y="5850838"/>
                        </a:cubicBezTo>
                        <a:cubicBezTo>
                          <a:pt x="8116688" y="5890071"/>
                          <a:pt x="8057882" y="5831319"/>
                          <a:pt x="7947148" y="5850838"/>
                        </a:cubicBezTo>
                        <a:cubicBezTo>
                          <a:pt x="7836414" y="5870357"/>
                          <a:pt x="7730897" y="5812334"/>
                          <a:pt x="7577513" y="5850838"/>
                        </a:cubicBezTo>
                        <a:cubicBezTo>
                          <a:pt x="7424129" y="5889342"/>
                          <a:pt x="7192735" y="5821747"/>
                          <a:pt x="6868053" y="5850838"/>
                        </a:cubicBezTo>
                        <a:cubicBezTo>
                          <a:pt x="6543371" y="5879929"/>
                          <a:pt x="6663453" y="5837340"/>
                          <a:pt x="6498418" y="5850838"/>
                        </a:cubicBezTo>
                        <a:cubicBezTo>
                          <a:pt x="6333383" y="5864336"/>
                          <a:pt x="6333602" y="5842292"/>
                          <a:pt x="6242059" y="5850838"/>
                        </a:cubicBezTo>
                        <a:cubicBezTo>
                          <a:pt x="6150516" y="5859384"/>
                          <a:pt x="6020687" y="5825363"/>
                          <a:pt x="5872424" y="5850838"/>
                        </a:cubicBezTo>
                        <a:cubicBezTo>
                          <a:pt x="5724161" y="5876313"/>
                          <a:pt x="5575375" y="5837302"/>
                          <a:pt x="5389514" y="5850838"/>
                        </a:cubicBezTo>
                        <a:cubicBezTo>
                          <a:pt x="5203653" y="5864374"/>
                          <a:pt x="4926543" y="5825923"/>
                          <a:pt x="4793329" y="5850838"/>
                        </a:cubicBezTo>
                        <a:cubicBezTo>
                          <a:pt x="4660116" y="5875753"/>
                          <a:pt x="4540325" y="5848753"/>
                          <a:pt x="4423694" y="5850838"/>
                        </a:cubicBezTo>
                        <a:cubicBezTo>
                          <a:pt x="4307063" y="5852923"/>
                          <a:pt x="3918926" y="5782362"/>
                          <a:pt x="3600958" y="5850838"/>
                        </a:cubicBezTo>
                        <a:cubicBezTo>
                          <a:pt x="3282990" y="5919314"/>
                          <a:pt x="3205131" y="5781166"/>
                          <a:pt x="3004773" y="5850838"/>
                        </a:cubicBezTo>
                        <a:cubicBezTo>
                          <a:pt x="2804415" y="5920510"/>
                          <a:pt x="2430364" y="5791142"/>
                          <a:pt x="2182038" y="5850838"/>
                        </a:cubicBezTo>
                        <a:cubicBezTo>
                          <a:pt x="1933712" y="5910534"/>
                          <a:pt x="1721636" y="5784395"/>
                          <a:pt x="1472577" y="5850838"/>
                        </a:cubicBezTo>
                        <a:cubicBezTo>
                          <a:pt x="1223518" y="5917281"/>
                          <a:pt x="1109801" y="5807946"/>
                          <a:pt x="989667" y="5850838"/>
                        </a:cubicBezTo>
                        <a:cubicBezTo>
                          <a:pt x="869533" y="5893730"/>
                          <a:pt x="205328" y="5801417"/>
                          <a:pt x="0" y="5850838"/>
                        </a:cubicBezTo>
                        <a:cubicBezTo>
                          <a:pt x="-47768" y="5640259"/>
                          <a:pt x="9501" y="5481500"/>
                          <a:pt x="0" y="5382771"/>
                        </a:cubicBezTo>
                        <a:cubicBezTo>
                          <a:pt x="-9501" y="5284042"/>
                          <a:pt x="61414" y="5039869"/>
                          <a:pt x="0" y="4797687"/>
                        </a:cubicBezTo>
                        <a:cubicBezTo>
                          <a:pt x="-61414" y="4555505"/>
                          <a:pt x="17056" y="4422475"/>
                          <a:pt x="0" y="4095587"/>
                        </a:cubicBezTo>
                        <a:cubicBezTo>
                          <a:pt x="-17056" y="3768699"/>
                          <a:pt x="35192" y="3648981"/>
                          <a:pt x="0" y="3393486"/>
                        </a:cubicBezTo>
                        <a:cubicBezTo>
                          <a:pt x="-35192" y="3137991"/>
                          <a:pt x="33394" y="3043799"/>
                          <a:pt x="0" y="2749894"/>
                        </a:cubicBezTo>
                        <a:cubicBezTo>
                          <a:pt x="-33394" y="2455989"/>
                          <a:pt x="74061" y="2397224"/>
                          <a:pt x="0" y="2106302"/>
                        </a:cubicBezTo>
                        <a:cubicBezTo>
                          <a:pt x="-74061" y="1815380"/>
                          <a:pt x="61623" y="1626672"/>
                          <a:pt x="0" y="1462710"/>
                        </a:cubicBezTo>
                        <a:cubicBezTo>
                          <a:pt x="-61623" y="1298748"/>
                          <a:pt x="8561" y="1145488"/>
                          <a:pt x="0" y="994642"/>
                        </a:cubicBezTo>
                        <a:cubicBezTo>
                          <a:pt x="-8561" y="843796"/>
                          <a:pt x="79509" y="25923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1217620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E38676A9-791B-4BB8-8F7A-AA54D281E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5175" y="505152"/>
            <a:ext cx="11321649" cy="5847694"/>
          </a:xfrm>
          <a:prstGeom prst="rect">
            <a:avLst/>
          </a:prstGeom>
          <a:ln w="76200" cmpd="thinThick">
            <a:solidFill>
              <a:schemeClr val="tx1">
                <a:lumMod val="50000"/>
                <a:lumOff val="5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327518"/>
                      <a:gd name="connsiteY0" fmla="*/ 0 h 5850838"/>
                      <a:gd name="connsiteX1" fmla="*/ 596185 w 11327518"/>
                      <a:gd name="connsiteY1" fmla="*/ 0 h 5850838"/>
                      <a:gd name="connsiteX2" fmla="*/ 852545 w 11327518"/>
                      <a:gd name="connsiteY2" fmla="*/ 0 h 5850838"/>
                      <a:gd name="connsiteX3" fmla="*/ 1562005 w 11327518"/>
                      <a:gd name="connsiteY3" fmla="*/ 0 h 5850838"/>
                      <a:gd name="connsiteX4" fmla="*/ 1818365 w 11327518"/>
                      <a:gd name="connsiteY4" fmla="*/ 0 h 5850838"/>
                      <a:gd name="connsiteX5" fmla="*/ 2414550 w 11327518"/>
                      <a:gd name="connsiteY5" fmla="*/ 0 h 5850838"/>
                      <a:gd name="connsiteX6" fmla="*/ 3237285 w 11327518"/>
                      <a:gd name="connsiteY6" fmla="*/ 0 h 5850838"/>
                      <a:gd name="connsiteX7" fmla="*/ 4060021 w 11327518"/>
                      <a:gd name="connsiteY7" fmla="*/ 0 h 5850838"/>
                      <a:gd name="connsiteX8" fmla="*/ 4769481 w 11327518"/>
                      <a:gd name="connsiteY8" fmla="*/ 0 h 5850838"/>
                      <a:gd name="connsiteX9" fmla="*/ 5252391 w 11327518"/>
                      <a:gd name="connsiteY9" fmla="*/ 0 h 5850838"/>
                      <a:gd name="connsiteX10" fmla="*/ 5508751 w 11327518"/>
                      <a:gd name="connsiteY10" fmla="*/ 0 h 5850838"/>
                      <a:gd name="connsiteX11" fmla="*/ 5991661 w 11327518"/>
                      <a:gd name="connsiteY11" fmla="*/ 0 h 5850838"/>
                      <a:gd name="connsiteX12" fmla="*/ 6701121 w 11327518"/>
                      <a:gd name="connsiteY12" fmla="*/ 0 h 5850838"/>
                      <a:gd name="connsiteX13" fmla="*/ 7523857 w 11327518"/>
                      <a:gd name="connsiteY13" fmla="*/ 0 h 5850838"/>
                      <a:gd name="connsiteX14" fmla="*/ 7780216 w 11327518"/>
                      <a:gd name="connsiteY14" fmla="*/ 0 h 5850838"/>
                      <a:gd name="connsiteX15" fmla="*/ 8036576 w 11327518"/>
                      <a:gd name="connsiteY15" fmla="*/ 0 h 5850838"/>
                      <a:gd name="connsiteX16" fmla="*/ 8859311 w 11327518"/>
                      <a:gd name="connsiteY16" fmla="*/ 0 h 5850838"/>
                      <a:gd name="connsiteX17" fmla="*/ 9115671 w 11327518"/>
                      <a:gd name="connsiteY17" fmla="*/ 0 h 5850838"/>
                      <a:gd name="connsiteX18" fmla="*/ 9711856 w 11327518"/>
                      <a:gd name="connsiteY18" fmla="*/ 0 h 5850838"/>
                      <a:gd name="connsiteX19" fmla="*/ 10081491 w 11327518"/>
                      <a:gd name="connsiteY19" fmla="*/ 0 h 5850838"/>
                      <a:gd name="connsiteX20" fmla="*/ 10451126 w 11327518"/>
                      <a:gd name="connsiteY20" fmla="*/ 0 h 5850838"/>
                      <a:gd name="connsiteX21" fmla="*/ 11327518 w 11327518"/>
                      <a:gd name="connsiteY21" fmla="*/ 0 h 5850838"/>
                      <a:gd name="connsiteX22" fmla="*/ 11327518 w 11327518"/>
                      <a:gd name="connsiteY22" fmla="*/ 468067 h 5850838"/>
                      <a:gd name="connsiteX23" fmla="*/ 11327518 w 11327518"/>
                      <a:gd name="connsiteY23" fmla="*/ 877626 h 5850838"/>
                      <a:gd name="connsiteX24" fmla="*/ 11327518 w 11327518"/>
                      <a:gd name="connsiteY24" fmla="*/ 1462710 h 5850838"/>
                      <a:gd name="connsiteX25" fmla="*/ 11327518 w 11327518"/>
                      <a:gd name="connsiteY25" fmla="*/ 1989285 h 5850838"/>
                      <a:gd name="connsiteX26" fmla="*/ 11327518 w 11327518"/>
                      <a:gd name="connsiteY26" fmla="*/ 2515860 h 5850838"/>
                      <a:gd name="connsiteX27" fmla="*/ 11327518 w 11327518"/>
                      <a:gd name="connsiteY27" fmla="*/ 3042436 h 5850838"/>
                      <a:gd name="connsiteX28" fmla="*/ 11327518 w 11327518"/>
                      <a:gd name="connsiteY28" fmla="*/ 3451994 h 5850838"/>
                      <a:gd name="connsiteX29" fmla="*/ 11327518 w 11327518"/>
                      <a:gd name="connsiteY29" fmla="*/ 4154095 h 5850838"/>
                      <a:gd name="connsiteX30" fmla="*/ 11327518 w 11327518"/>
                      <a:gd name="connsiteY30" fmla="*/ 4856196 h 5850838"/>
                      <a:gd name="connsiteX31" fmla="*/ 11327518 w 11327518"/>
                      <a:gd name="connsiteY31" fmla="*/ 5265754 h 5850838"/>
                      <a:gd name="connsiteX32" fmla="*/ 11327518 w 11327518"/>
                      <a:gd name="connsiteY32" fmla="*/ 5850838 h 5850838"/>
                      <a:gd name="connsiteX33" fmla="*/ 10731333 w 11327518"/>
                      <a:gd name="connsiteY33" fmla="*/ 5850838 h 5850838"/>
                      <a:gd name="connsiteX34" fmla="*/ 10361698 w 11327518"/>
                      <a:gd name="connsiteY34" fmla="*/ 5850838 h 5850838"/>
                      <a:gd name="connsiteX35" fmla="*/ 9878788 w 11327518"/>
                      <a:gd name="connsiteY35" fmla="*/ 5850838 h 5850838"/>
                      <a:gd name="connsiteX36" fmla="*/ 9282603 w 11327518"/>
                      <a:gd name="connsiteY36" fmla="*/ 5850838 h 5850838"/>
                      <a:gd name="connsiteX37" fmla="*/ 8686418 w 11327518"/>
                      <a:gd name="connsiteY37" fmla="*/ 5850838 h 5850838"/>
                      <a:gd name="connsiteX38" fmla="*/ 7976957 w 11327518"/>
                      <a:gd name="connsiteY38" fmla="*/ 5850838 h 5850838"/>
                      <a:gd name="connsiteX39" fmla="*/ 7607323 w 11327518"/>
                      <a:gd name="connsiteY39" fmla="*/ 5850838 h 5850838"/>
                      <a:gd name="connsiteX40" fmla="*/ 7237688 w 11327518"/>
                      <a:gd name="connsiteY40" fmla="*/ 5850838 h 5850838"/>
                      <a:gd name="connsiteX41" fmla="*/ 6414952 w 11327518"/>
                      <a:gd name="connsiteY41" fmla="*/ 5850838 h 5850838"/>
                      <a:gd name="connsiteX42" fmla="*/ 5592217 w 11327518"/>
                      <a:gd name="connsiteY42" fmla="*/ 5850838 h 5850838"/>
                      <a:gd name="connsiteX43" fmla="*/ 4996032 w 11327518"/>
                      <a:gd name="connsiteY43" fmla="*/ 5850838 h 5850838"/>
                      <a:gd name="connsiteX44" fmla="*/ 4739672 w 11327518"/>
                      <a:gd name="connsiteY44" fmla="*/ 5850838 h 5850838"/>
                      <a:gd name="connsiteX45" fmla="*/ 4483312 w 11327518"/>
                      <a:gd name="connsiteY45" fmla="*/ 5850838 h 5850838"/>
                      <a:gd name="connsiteX46" fmla="*/ 3660577 w 11327518"/>
                      <a:gd name="connsiteY46" fmla="*/ 5850838 h 5850838"/>
                      <a:gd name="connsiteX47" fmla="*/ 3177667 w 11327518"/>
                      <a:gd name="connsiteY47" fmla="*/ 5850838 h 5850838"/>
                      <a:gd name="connsiteX48" fmla="*/ 2354931 w 11327518"/>
                      <a:gd name="connsiteY48" fmla="*/ 5850838 h 5850838"/>
                      <a:gd name="connsiteX49" fmla="*/ 1758746 w 11327518"/>
                      <a:gd name="connsiteY49" fmla="*/ 5850838 h 5850838"/>
                      <a:gd name="connsiteX50" fmla="*/ 1502387 w 11327518"/>
                      <a:gd name="connsiteY50" fmla="*/ 5850838 h 5850838"/>
                      <a:gd name="connsiteX51" fmla="*/ 1132752 w 11327518"/>
                      <a:gd name="connsiteY51" fmla="*/ 5850838 h 5850838"/>
                      <a:gd name="connsiteX52" fmla="*/ 649842 w 11327518"/>
                      <a:gd name="connsiteY52" fmla="*/ 5850838 h 5850838"/>
                      <a:gd name="connsiteX53" fmla="*/ 0 w 11327518"/>
                      <a:gd name="connsiteY53" fmla="*/ 5850838 h 5850838"/>
                      <a:gd name="connsiteX54" fmla="*/ 0 w 11327518"/>
                      <a:gd name="connsiteY54" fmla="*/ 5207246 h 5850838"/>
                      <a:gd name="connsiteX55" fmla="*/ 0 w 11327518"/>
                      <a:gd name="connsiteY55" fmla="*/ 4680670 h 5850838"/>
                      <a:gd name="connsiteX56" fmla="*/ 0 w 11327518"/>
                      <a:gd name="connsiteY56" fmla="*/ 4271112 h 5850838"/>
                      <a:gd name="connsiteX57" fmla="*/ 0 w 11327518"/>
                      <a:gd name="connsiteY57" fmla="*/ 3569011 h 5850838"/>
                      <a:gd name="connsiteX58" fmla="*/ 0 w 11327518"/>
                      <a:gd name="connsiteY58" fmla="*/ 3159453 h 5850838"/>
                      <a:gd name="connsiteX59" fmla="*/ 0 w 11327518"/>
                      <a:gd name="connsiteY59" fmla="*/ 2574369 h 5850838"/>
                      <a:gd name="connsiteX60" fmla="*/ 0 w 11327518"/>
                      <a:gd name="connsiteY60" fmla="*/ 1872268 h 5850838"/>
                      <a:gd name="connsiteX61" fmla="*/ 0 w 11327518"/>
                      <a:gd name="connsiteY61" fmla="*/ 1170168 h 5850838"/>
                      <a:gd name="connsiteX62" fmla="*/ 0 w 11327518"/>
                      <a:gd name="connsiteY62" fmla="*/ 526575 h 5850838"/>
                      <a:gd name="connsiteX63" fmla="*/ 0 w 11327518"/>
                      <a:gd name="connsiteY63" fmla="*/ 0 h 58508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</a:cxnLst>
                    <a:rect l="l" t="t" r="r" b="b"/>
                    <a:pathLst>
                      <a:path w="11327518" h="5850838" fill="none" extrusionOk="0">
                        <a:moveTo>
                          <a:pt x="0" y="0"/>
                        </a:moveTo>
                        <a:cubicBezTo>
                          <a:pt x="199623" y="-38443"/>
                          <a:pt x="325669" y="57039"/>
                          <a:pt x="596185" y="0"/>
                        </a:cubicBezTo>
                        <a:cubicBezTo>
                          <a:pt x="866701" y="-57039"/>
                          <a:pt x="787814" y="30420"/>
                          <a:pt x="852545" y="0"/>
                        </a:cubicBezTo>
                        <a:cubicBezTo>
                          <a:pt x="917276" y="-30420"/>
                          <a:pt x="1407839" y="47840"/>
                          <a:pt x="1562005" y="0"/>
                        </a:cubicBezTo>
                        <a:cubicBezTo>
                          <a:pt x="1716171" y="-47840"/>
                          <a:pt x="1731284" y="20803"/>
                          <a:pt x="1818365" y="0"/>
                        </a:cubicBezTo>
                        <a:cubicBezTo>
                          <a:pt x="1905446" y="-20803"/>
                          <a:pt x="2249380" y="26975"/>
                          <a:pt x="2414550" y="0"/>
                        </a:cubicBezTo>
                        <a:cubicBezTo>
                          <a:pt x="2579720" y="-26975"/>
                          <a:pt x="2915166" y="64698"/>
                          <a:pt x="3237285" y="0"/>
                        </a:cubicBezTo>
                        <a:cubicBezTo>
                          <a:pt x="3559405" y="-64698"/>
                          <a:pt x="3882863" y="66094"/>
                          <a:pt x="4060021" y="0"/>
                        </a:cubicBezTo>
                        <a:cubicBezTo>
                          <a:pt x="4237179" y="-66094"/>
                          <a:pt x="4467026" y="6500"/>
                          <a:pt x="4769481" y="0"/>
                        </a:cubicBezTo>
                        <a:cubicBezTo>
                          <a:pt x="5071936" y="-6500"/>
                          <a:pt x="5093310" y="50141"/>
                          <a:pt x="5252391" y="0"/>
                        </a:cubicBezTo>
                        <a:cubicBezTo>
                          <a:pt x="5411472" y="-50141"/>
                          <a:pt x="5436744" y="20958"/>
                          <a:pt x="5508751" y="0"/>
                        </a:cubicBezTo>
                        <a:cubicBezTo>
                          <a:pt x="5580758" y="-20958"/>
                          <a:pt x="5871744" y="16120"/>
                          <a:pt x="5991661" y="0"/>
                        </a:cubicBezTo>
                        <a:cubicBezTo>
                          <a:pt x="6111578" y="-16120"/>
                          <a:pt x="6531829" y="10514"/>
                          <a:pt x="6701121" y="0"/>
                        </a:cubicBezTo>
                        <a:cubicBezTo>
                          <a:pt x="6870413" y="-10514"/>
                          <a:pt x="7297743" y="27207"/>
                          <a:pt x="7523857" y="0"/>
                        </a:cubicBezTo>
                        <a:cubicBezTo>
                          <a:pt x="7749971" y="-27207"/>
                          <a:pt x="7695579" y="24095"/>
                          <a:pt x="7780216" y="0"/>
                        </a:cubicBezTo>
                        <a:cubicBezTo>
                          <a:pt x="7864853" y="-24095"/>
                          <a:pt x="7908775" y="28511"/>
                          <a:pt x="8036576" y="0"/>
                        </a:cubicBezTo>
                        <a:cubicBezTo>
                          <a:pt x="8164377" y="-28511"/>
                          <a:pt x="8574440" y="58668"/>
                          <a:pt x="8859311" y="0"/>
                        </a:cubicBezTo>
                        <a:cubicBezTo>
                          <a:pt x="9144182" y="-58668"/>
                          <a:pt x="8995791" y="2810"/>
                          <a:pt x="9115671" y="0"/>
                        </a:cubicBezTo>
                        <a:cubicBezTo>
                          <a:pt x="9235551" y="-2810"/>
                          <a:pt x="9498764" y="57817"/>
                          <a:pt x="9711856" y="0"/>
                        </a:cubicBezTo>
                        <a:cubicBezTo>
                          <a:pt x="9924949" y="-57817"/>
                          <a:pt x="9902014" y="42847"/>
                          <a:pt x="10081491" y="0"/>
                        </a:cubicBezTo>
                        <a:cubicBezTo>
                          <a:pt x="10260968" y="-42847"/>
                          <a:pt x="10339792" y="22130"/>
                          <a:pt x="10451126" y="0"/>
                        </a:cubicBezTo>
                        <a:cubicBezTo>
                          <a:pt x="10562461" y="-22130"/>
                          <a:pt x="11121904" y="104730"/>
                          <a:pt x="11327518" y="0"/>
                        </a:cubicBezTo>
                        <a:cubicBezTo>
                          <a:pt x="11349373" y="158838"/>
                          <a:pt x="11271907" y="341595"/>
                          <a:pt x="11327518" y="468067"/>
                        </a:cubicBezTo>
                        <a:cubicBezTo>
                          <a:pt x="11383129" y="594539"/>
                          <a:pt x="11290595" y="699903"/>
                          <a:pt x="11327518" y="877626"/>
                        </a:cubicBezTo>
                        <a:cubicBezTo>
                          <a:pt x="11364441" y="1055349"/>
                          <a:pt x="11311139" y="1291464"/>
                          <a:pt x="11327518" y="1462710"/>
                        </a:cubicBezTo>
                        <a:cubicBezTo>
                          <a:pt x="11343897" y="1633956"/>
                          <a:pt x="11294761" y="1835313"/>
                          <a:pt x="11327518" y="1989285"/>
                        </a:cubicBezTo>
                        <a:cubicBezTo>
                          <a:pt x="11360275" y="2143258"/>
                          <a:pt x="11268549" y="2293901"/>
                          <a:pt x="11327518" y="2515860"/>
                        </a:cubicBezTo>
                        <a:cubicBezTo>
                          <a:pt x="11386487" y="2737820"/>
                          <a:pt x="11281097" y="2825914"/>
                          <a:pt x="11327518" y="3042436"/>
                        </a:cubicBezTo>
                        <a:cubicBezTo>
                          <a:pt x="11373939" y="3258958"/>
                          <a:pt x="11295965" y="3331182"/>
                          <a:pt x="11327518" y="3451994"/>
                        </a:cubicBezTo>
                        <a:cubicBezTo>
                          <a:pt x="11359071" y="3572806"/>
                          <a:pt x="11274012" y="3937258"/>
                          <a:pt x="11327518" y="4154095"/>
                        </a:cubicBezTo>
                        <a:cubicBezTo>
                          <a:pt x="11381024" y="4370932"/>
                          <a:pt x="11290036" y="4655051"/>
                          <a:pt x="11327518" y="4856196"/>
                        </a:cubicBezTo>
                        <a:cubicBezTo>
                          <a:pt x="11365000" y="5057341"/>
                          <a:pt x="11326694" y="5162254"/>
                          <a:pt x="11327518" y="5265754"/>
                        </a:cubicBezTo>
                        <a:cubicBezTo>
                          <a:pt x="11328342" y="5369254"/>
                          <a:pt x="11321784" y="5710376"/>
                          <a:pt x="11327518" y="5850838"/>
                        </a:cubicBezTo>
                        <a:cubicBezTo>
                          <a:pt x="11072871" y="5862066"/>
                          <a:pt x="10962964" y="5846984"/>
                          <a:pt x="10731333" y="5850838"/>
                        </a:cubicBezTo>
                        <a:cubicBezTo>
                          <a:pt x="10499702" y="5854692"/>
                          <a:pt x="10526837" y="5846583"/>
                          <a:pt x="10361698" y="5850838"/>
                        </a:cubicBezTo>
                        <a:cubicBezTo>
                          <a:pt x="10196559" y="5855093"/>
                          <a:pt x="10057834" y="5830159"/>
                          <a:pt x="9878788" y="5850838"/>
                        </a:cubicBezTo>
                        <a:cubicBezTo>
                          <a:pt x="9699742" y="5871517"/>
                          <a:pt x="9550020" y="5787227"/>
                          <a:pt x="9282603" y="5850838"/>
                        </a:cubicBezTo>
                        <a:cubicBezTo>
                          <a:pt x="9015187" y="5914449"/>
                          <a:pt x="8809030" y="5811108"/>
                          <a:pt x="8686418" y="5850838"/>
                        </a:cubicBezTo>
                        <a:cubicBezTo>
                          <a:pt x="8563807" y="5890568"/>
                          <a:pt x="8300289" y="5835449"/>
                          <a:pt x="7976957" y="5850838"/>
                        </a:cubicBezTo>
                        <a:cubicBezTo>
                          <a:pt x="7653625" y="5866227"/>
                          <a:pt x="7763164" y="5821858"/>
                          <a:pt x="7607323" y="5850838"/>
                        </a:cubicBezTo>
                        <a:cubicBezTo>
                          <a:pt x="7451482" y="5879818"/>
                          <a:pt x="7369641" y="5823798"/>
                          <a:pt x="7237688" y="5850838"/>
                        </a:cubicBezTo>
                        <a:cubicBezTo>
                          <a:pt x="7105735" y="5877878"/>
                          <a:pt x="6614599" y="5773841"/>
                          <a:pt x="6414952" y="5850838"/>
                        </a:cubicBezTo>
                        <a:cubicBezTo>
                          <a:pt x="6215305" y="5927835"/>
                          <a:pt x="5870983" y="5845212"/>
                          <a:pt x="5592217" y="5850838"/>
                        </a:cubicBezTo>
                        <a:cubicBezTo>
                          <a:pt x="5313451" y="5856464"/>
                          <a:pt x="5130990" y="5785107"/>
                          <a:pt x="4996032" y="5850838"/>
                        </a:cubicBezTo>
                        <a:cubicBezTo>
                          <a:pt x="4861074" y="5916569"/>
                          <a:pt x="4798691" y="5847178"/>
                          <a:pt x="4739672" y="5850838"/>
                        </a:cubicBezTo>
                        <a:cubicBezTo>
                          <a:pt x="4680653" y="5854498"/>
                          <a:pt x="4582011" y="5838269"/>
                          <a:pt x="4483312" y="5850838"/>
                        </a:cubicBezTo>
                        <a:cubicBezTo>
                          <a:pt x="4384613" y="5863407"/>
                          <a:pt x="3858308" y="5760206"/>
                          <a:pt x="3660577" y="5850838"/>
                        </a:cubicBezTo>
                        <a:cubicBezTo>
                          <a:pt x="3462847" y="5941470"/>
                          <a:pt x="3331316" y="5821704"/>
                          <a:pt x="3177667" y="5850838"/>
                        </a:cubicBezTo>
                        <a:cubicBezTo>
                          <a:pt x="3024018" y="5879972"/>
                          <a:pt x="2605027" y="5800646"/>
                          <a:pt x="2354931" y="5850838"/>
                        </a:cubicBezTo>
                        <a:cubicBezTo>
                          <a:pt x="2104835" y="5901030"/>
                          <a:pt x="1968527" y="5805912"/>
                          <a:pt x="1758746" y="5850838"/>
                        </a:cubicBezTo>
                        <a:cubicBezTo>
                          <a:pt x="1548965" y="5895764"/>
                          <a:pt x="1627155" y="5831445"/>
                          <a:pt x="1502387" y="5850838"/>
                        </a:cubicBezTo>
                        <a:cubicBezTo>
                          <a:pt x="1377619" y="5870231"/>
                          <a:pt x="1243411" y="5808250"/>
                          <a:pt x="1132752" y="5850838"/>
                        </a:cubicBezTo>
                        <a:cubicBezTo>
                          <a:pt x="1022093" y="5893426"/>
                          <a:pt x="841842" y="5813802"/>
                          <a:pt x="649842" y="5850838"/>
                        </a:cubicBezTo>
                        <a:cubicBezTo>
                          <a:pt x="457842" y="5887874"/>
                          <a:pt x="316547" y="5817400"/>
                          <a:pt x="0" y="5850838"/>
                        </a:cubicBezTo>
                        <a:cubicBezTo>
                          <a:pt x="-23010" y="5667982"/>
                          <a:pt x="26371" y="5376550"/>
                          <a:pt x="0" y="5207246"/>
                        </a:cubicBezTo>
                        <a:cubicBezTo>
                          <a:pt x="-26371" y="5037942"/>
                          <a:pt x="52499" y="4836475"/>
                          <a:pt x="0" y="4680670"/>
                        </a:cubicBezTo>
                        <a:cubicBezTo>
                          <a:pt x="-52499" y="4524865"/>
                          <a:pt x="38164" y="4424291"/>
                          <a:pt x="0" y="4271112"/>
                        </a:cubicBezTo>
                        <a:cubicBezTo>
                          <a:pt x="-38164" y="4117933"/>
                          <a:pt x="13038" y="3901346"/>
                          <a:pt x="0" y="3569011"/>
                        </a:cubicBezTo>
                        <a:cubicBezTo>
                          <a:pt x="-13038" y="3236676"/>
                          <a:pt x="26246" y="3283733"/>
                          <a:pt x="0" y="3159453"/>
                        </a:cubicBezTo>
                        <a:cubicBezTo>
                          <a:pt x="-26246" y="3035173"/>
                          <a:pt x="16811" y="2759597"/>
                          <a:pt x="0" y="2574369"/>
                        </a:cubicBezTo>
                        <a:cubicBezTo>
                          <a:pt x="-16811" y="2389141"/>
                          <a:pt x="25008" y="2066581"/>
                          <a:pt x="0" y="1872268"/>
                        </a:cubicBezTo>
                        <a:cubicBezTo>
                          <a:pt x="-25008" y="1677955"/>
                          <a:pt x="19918" y="1408387"/>
                          <a:pt x="0" y="1170168"/>
                        </a:cubicBezTo>
                        <a:cubicBezTo>
                          <a:pt x="-19918" y="931949"/>
                          <a:pt x="41231" y="841743"/>
                          <a:pt x="0" y="526575"/>
                        </a:cubicBezTo>
                        <a:cubicBezTo>
                          <a:pt x="-41231" y="211407"/>
                          <a:pt x="52995" y="160001"/>
                          <a:pt x="0" y="0"/>
                        </a:cubicBezTo>
                        <a:close/>
                      </a:path>
                      <a:path w="11327518" h="5850838" stroke="0" extrusionOk="0">
                        <a:moveTo>
                          <a:pt x="0" y="0"/>
                        </a:moveTo>
                        <a:cubicBezTo>
                          <a:pt x="190339" y="-52346"/>
                          <a:pt x="344887" y="51323"/>
                          <a:pt x="482910" y="0"/>
                        </a:cubicBezTo>
                        <a:cubicBezTo>
                          <a:pt x="620933" y="-51323"/>
                          <a:pt x="675871" y="19361"/>
                          <a:pt x="739270" y="0"/>
                        </a:cubicBezTo>
                        <a:cubicBezTo>
                          <a:pt x="802669" y="-19361"/>
                          <a:pt x="1325916" y="92536"/>
                          <a:pt x="1562005" y="0"/>
                        </a:cubicBezTo>
                        <a:cubicBezTo>
                          <a:pt x="1798094" y="-92536"/>
                          <a:pt x="1929995" y="27160"/>
                          <a:pt x="2044915" y="0"/>
                        </a:cubicBezTo>
                        <a:cubicBezTo>
                          <a:pt x="2159835" y="-27160"/>
                          <a:pt x="2302190" y="26229"/>
                          <a:pt x="2527825" y="0"/>
                        </a:cubicBezTo>
                        <a:cubicBezTo>
                          <a:pt x="2753460" y="-26229"/>
                          <a:pt x="3158478" y="63046"/>
                          <a:pt x="3350561" y="0"/>
                        </a:cubicBezTo>
                        <a:cubicBezTo>
                          <a:pt x="3542644" y="-63046"/>
                          <a:pt x="3595952" y="25830"/>
                          <a:pt x="3720195" y="0"/>
                        </a:cubicBezTo>
                        <a:cubicBezTo>
                          <a:pt x="3844438" y="-25830"/>
                          <a:pt x="4252403" y="57654"/>
                          <a:pt x="4542931" y="0"/>
                        </a:cubicBezTo>
                        <a:cubicBezTo>
                          <a:pt x="4833459" y="-57654"/>
                          <a:pt x="5188070" y="23753"/>
                          <a:pt x="5365666" y="0"/>
                        </a:cubicBezTo>
                        <a:cubicBezTo>
                          <a:pt x="5543262" y="-23753"/>
                          <a:pt x="5832864" y="57122"/>
                          <a:pt x="5961852" y="0"/>
                        </a:cubicBezTo>
                        <a:cubicBezTo>
                          <a:pt x="6090840" y="-57122"/>
                          <a:pt x="6563315" y="36277"/>
                          <a:pt x="6784587" y="0"/>
                        </a:cubicBezTo>
                        <a:cubicBezTo>
                          <a:pt x="7005859" y="-36277"/>
                          <a:pt x="7061557" y="9086"/>
                          <a:pt x="7267497" y="0"/>
                        </a:cubicBezTo>
                        <a:cubicBezTo>
                          <a:pt x="7473437" y="-9086"/>
                          <a:pt x="7618214" y="16848"/>
                          <a:pt x="7750407" y="0"/>
                        </a:cubicBezTo>
                        <a:cubicBezTo>
                          <a:pt x="7882600" y="-16848"/>
                          <a:pt x="8156801" y="57895"/>
                          <a:pt x="8459867" y="0"/>
                        </a:cubicBezTo>
                        <a:cubicBezTo>
                          <a:pt x="8762933" y="-57895"/>
                          <a:pt x="8800897" y="52657"/>
                          <a:pt x="8942777" y="0"/>
                        </a:cubicBezTo>
                        <a:cubicBezTo>
                          <a:pt x="9084657" y="-52657"/>
                          <a:pt x="9551186" y="15908"/>
                          <a:pt x="9765513" y="0"/>
                        </a:cubicBezTo>
                        <a:cubicBezTo>
                          <a:pt x="9979840" y="-15908"/>
                          <a:pt x="10213960" y="26999"/>
                          <a:pt x="10588248" y="0"/>
                        </a:cubicBezTo>
                        <a:cubicBezTo>
                          <a:pt x="10962536" y="-26999"/>
                          <a:pt x="10964858" y="21158"/>
                          <a:pt x="11327518" y="0"/>
                        </a:cubicBezTo>
                        <a:cubicBezTo>
                          <a:pt x="11329404" y="204381"/>
                          <a:pt x="11289217" y="381973"/>
                          <a:pt x="11327518" y="526575"/>
                        </a:cubicBezTo>
                        <a:cubicBezTo>
                          <a:pt x="11365819" y="671178"/>
                          <a:pt x="11303432" y="760079"/>
                          <a:pt x="11327518" y="936134"/>
                        </a:cubicBezTo>
                        <a:cubicBezTo>
                          <a:pt x="11351604" y="1112189"/>
                          <a:pt x="11297919" y="1245027"/>
                          <a:pt x="11327518" y="1404201"/>
                        </a:cubicBezTo>
                        <a:cubicBezTo>
                          <a:pt x="11357117" y="1563375"/>
                          <a:pt x="11301602" y="1789758"/>
                          <a:pt x="11327518" y="2047793"/>
                        </a:cubicBezTo>
                        <a:cubicBezTo>
                          <a:pt x="11353434" y="2305828"/>
                          <a:pt x="11265423" y="2366097"/>
                          <a:pt x="11327518" y="2574369"/>
                        </a:cubicBezTo>
                        <a:cubicBezTo>
                          <a:pt x="11389613" y="2782641"/>
                          <a:pt x="11298050" y="2885977"/>
                          <a:pt x="11327518" y="3042436"/>
                        </a:cubicBezTo>
                        <a:cubicBezTo>
                          <a:pt x="11356986" y="3198895"/>
                          <a:pt x="11263295" y="3536795"/>
                          <a:pt x="11327518" y="3686028"/>
                        </a:cubicBezTo>
                        <a:cubicBezTo>
                          <a:pt x="11391741" y="3835261"/>
                          <a:pt x="11265829" y="4108878"/>
                          <a:pt x="11327518" y="4271112"/>
                        </a:cubicBezTo>
                        <a:cubicBezTo>
                          <a:pt x="11389207" y="4433346"/>
                          <a:pt x="11286850" y="4673434"/>
                          <a:pt x="11327518" y="4856196"/>
                        </a:cubicBezTo>
                        <a:cubicBezTo>
                          <a:pt x="11368186" y="5038958"/>
                          <a:pt x="11295571" y="5472768"/>
                          <a:pt x="11327518" y="5850838"/>
                        </a:cubicBezTo>
                        <a:cubicBezTo>
                          <a:pt x="11111307" y="5854150"/>
                          <a:pt x="10831911" y="5818363"/>
                          <a:pt x="10618058" y="5850838"/>
                        </a:cubicBezTo>
                        <a:cubicBezTo>
                          <a:pt x="10404205" y="5883313"/>
                          <a:pt x="10429394" y="5845042"/>
                          <a:pt x="10248423" y="5850838"/>
                        </a:cubicBezTo>
                        <a:cubicBezTo>
                          <a:pt x="10067452" y="5856634"/>
                          <a:pt x="9754262" y="5801999"/>
                          <a:pt x="9538963" y="5850838"/>
                        </a:cubicBezTo>
                        <a:cubicBezTo>
                          <a:pt x="9323664" y="5899677"/>
                          <a:pt x="9361173" y="5826118"/>
                          <a:pt x="9282603" y="5850838"/>
                        </a:cubicBezTo>
                        <a:cubicBezTo>
                          <a:pt x="9204033" y="5875558"/>
                          <a:pt x="8854828" y="5769311"/>
                          <a:pt x="8573143" y="5850838"/>
                        </a:cubicBezTo>
                        <a:cubicBezTo>
                          <a:pt x="8291458" y="5932365"/>
                          <a:pt x="8290328" y="5811605"/>
                          <a:pt x="8203508" y="5850838"/>
                        </a:cubicBezTo>
                        <a:cubicBezTo>
                          <a:pt x="8116688" y="5890071"/>
                          <a:pt x="8057882" y="5831319"/>
                          <a:pt x="7947148" y="5850838"/>
                        </a:cubicBezTo>
                        <a:cubicBezTo>
                          <a:pt x="7836414" y="5870357"/>
                          <a:pt x="7730897" y="5812334"/>
                          <a:pt x="7577513" y="5850838"/>
                        </a:cubicBezTo>
                        <a:cubicBezTo>
                          <a:pt x="7424129" y="5889342"/>
                          <a:pt x="7192735" y="5821747"/>
                          <a:pt x="6868053" y="5850838"/>
                        </a:cubicBezTo>
                        <a:cubicBezTo>
                          <a:pt x="6543371" y="5879929"/>
                          <a:pt x="6663453" y="5837340"/>
                          <a:pt x="6498418" y="5850838"/>
                        </a:cubicBezTo>
                        <a:cubicBezTo>
                          <a:pt x="6333383" y="5864336"/>
                          <a:pt x="6333602" y="5842292"/>
                          <a:pt x="6242059" y="5850838"/>
                        </a:cubicBezTo>
                        <a:cubicBezTo>
                          <a:pt x="6150516" y="5859384"/>
                          <a:pt x="6020687" y="5825363"/>
                          <a:pt x="5872424" y="5850838"/>
                        </a:cubicBezTo>
                        <a:cubicBezTo>
                          <a:pt x="5724161" y="5876313"/>
                          <a:pt x="5575375" y="5837302"/>
                          <a:pt x="5389514" y="5850838"/>
                        </a:cubicBezTo>
                        <a:cubicBezTo>
                          <a:pt x="5203653" y="5864374"/>
                          <a:pt x="4926543" y="5825923"/>
                          <a:pt x="4793329" y="5850838"/>
                        </a:cubicBezTo>
                        <a:cubicBezTo>
                          <a:pt x="4660116" y="5875753"/>
                          <a:pt x="4540325" y="5848753"/>
                          <a:pt x="4423694" y="5850838"/>
                        </a:cubicBezTo>
                        <a:cubicBezTo>
                          <a:pt x="4307063" y="5852923"/>
                          <a:pt x="3918926" y="5782362"/>
                          <a:pt x="3600958" y="5850838"/>
                        </a:cubicBezTo>
                        <a:cubicBezTo>
                          <a:pt x="3282990" y="5919314"/>
                          <a:pt x="3205131" y="5781166"/>
                          <a:pt x="3004773" y="5850838"/>
                        </a:cubicBezTo>
                        <a:cubicBezTo>
                          <a:pt x="2804415" y="5920510"/>
                          <a:pt x="2430364" y="5791142"/>
                          <a:pt x="2182038" y="5850838"/>
                        </a:cubicBezTo>
                        <a:cubicBezTo>
                          <a:pt x="1933712" y="5910534"/>
                          <a:pt x="1721636" y="5784395"/>
                          <a:pt x="1472577" y="5850838"/>
                        </a:cubicBezTo>
                        <a:cubicBezTo>
                          <a:pt x="1223518" y="5917281"/>
                          <a:pt x="1109801" y="5807946"/>
                          <a:pt x="989667" y="5850838"/>
                        </a:cubicBezTo>
                        <a:cubicBezTo>
                          <a:pt x="869533" y="5893730"/>
                          <a:pt x="205328" y="5801417"/>
                          <a:pt x="0" y="5850838"/>
                        </a:cubicBezTo>
                        <a:cubicBezTo>
                          <a:pt x="-47768" y="5640259"/>
                          <a:pt x="9501" y="5481500"/>
                          <a:pt x="0" y="5382771"/>
                        </a:cubicBezTo>
                        <a:cubicBezTo>
                          <a:pt x="-9501" y="5284042"/>
                          <a:pt x="61414" y="5039869"/>
                          <a:pt x="0" y="4797687"/>
                        </a:cubicBezTo>
                        <a:cubicBezTo>
                          <a:pt x="-61414" y="4555505"/>
                          <a:pt x="17056" y="4422475"/>
                          <a:pt x="0" y="4095587"/>
                        </a:cubicBezTo>
                        <a:cubicBezTo>
                          <a:pt x="-17056" y="3768699"/>
                          <a:pt x="35192" y="3648981"/>
                          <a:pt x="0" y="3393486"/>
                        </a:cubicBezTo>
                        <a:cubicBezTo>
                          <a:pt x="-35192" y="3137991"/>
                          <a:pt x="33394" y="3043799"/>
                          <a:pt x="0" y="2749894"/>
                        </a:cubicBezTo>
                        <a:cubicBezTo>
                          <a:pt x="-33394" y="2455989"/>
                          <a:pt x="74061" y="2397224"/>
                          <a:pt x="0" y="2106302"/>
                        </a:cubicBezTo>
                        <a:cubicBezTo>
                          <a:pt x="-74061" y="1815380"/>
                          <a:pt x="61623" y="1626672"/>
                          <a:pt x="0" y="1462710"/>
                        </a:cubicBezTo>
                        <a:cubicBezTo>
                          <a:pt x="-61623" y="1298748"/>
                          <a:pt x="8561" y="1145488"/>
                          <a:pt x="0" y="994642"/>
                        </a:cubicBezTo>
                        <a:cubicBezTo>
                          <a:pt x="-8561" y="843796"/>
                          <a:pt x="79509" y="25923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308433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E38676A9-791B-4BB8-8F7A-AA54D281E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5175" y="505152"/>
            <a:ext cx="11321649" cy="5847694"/>
          </a:xfrm>
          <a:prstGeom prst="rect">
            <a:avLst/>
          </a:prstGeom>
          <a:ln w="76200" cmpd="thinThick">
            <a:solidFill>
              <a:schemeClr val="tx1">
                <a:lumMod val="50000"/>
                <a:lumOff val="5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327518"/>
                      <a:gd name="connsiteY0" fmla="*/ 0 h 5850838"/>
                      <a:gd name="connsiteX1" fmla="*/ 596185 w 11327518"/>
                      <a:gd name="connsiteY1" fmla="*/ 0 h 5850838"/>
                      <a:gd name="connsiteX2" fmla="*/ 852545 w 11327518"/>
                      <a:gd name="connsiteY2" fmla="*/ 0 h 5850838"/>
                      <a:gd name="connsiteX3" fmla="*/ 1562005 w 11327518"/>
                      <a:gd name="connsiteY3" fmla="*/ 0 h 5850838"/>
                      <a:gd name="connsiteX4" fmla="*/ 1818365 w 11327518"/>
                      <a:gd name="connsiteY4" fmla="*/ 0 h 5850838"/>
                      <a:gd name="connsiteX5" fmla="*/ 2414550 w 11327518"/>
                      <a:gd name="connsiteY5" fmla="*/ 0 h 5850838"/>
                      <a:gd name="connsiteX6" fmla="*/ 3237285 w 11327518"/>
                      <a:gd name="connsiteY6" fmla="*/ 0 h 5850838"/>
                      <a:gd name="connsiteX7" fmla="*/ 4060021 w 11327518"/>
                      <a:gd name="connsiteY7" fmla="*/ 0 h 5850838"/>
                      <a:gd name="connsiteX8" fmla="*/ 4769481 w 11327518"/>
                      <a:gd name="connsiteY8" fmla="*/ 0 h 5850838"/>
                      <a:gd name="connsiteX9" fmla="*/ 5252391 w 11327518"/>
                      <a:gd name="connsiteY9" fmla="*/ 0 h 5850838"/>
                      <a:gd name="connsiteX10" fmla="*/ 5508751 w 11327518"/>
                      <a:gd name="connsiteY10" fmla="*/ 0 h 5850838"/>
                      <a:gd name="connsiteX11" fmla="*/ 5991661 w 11327518"/>
                      <a:gd name="connsiteY11" fmla="*/ 0 h 5850838"/>
                      <a:gd name="connsiteX12" fmla="*/ 6701121 w 11327518"/>
                      <a:gd name="connsiteY12" fmla="*/ 0 h 5850838"/>
                      <a:gd name="connsiteX13" fmla="*/ 7523857 w 11327518"/>
                      <a:gd name="connsiteY13" fmla="*/ 0 h 5850838"/>
                      <a:gd name="connsiteX14" fmla="*/ 7780216 w 11327518"/>
                      <a:gd name="connsiteY14" fmla="*/ 0 h 5850838"/>
                      <a:gd name="connsiteX15" fmla="*/ 8036576 w 11327518"/>
                      <a:gd name="connsiteY15" fmla="*/ 0 h 5850838"/>
                      <a:gd name="connsiteX16" fmla="*/ 8859311 w 11327518"/>
                      <a:gd name="connsiteY16" fmla="*/ 0 h 5850838"/>
                      <a:gd name="connsiteX17" fmla="*/ 9115671 w 11327518"/>
                      <a:gd name="connsiteY17" fmla="*/ 0 h 5850838"/>
                      <a:gd name="connsiteX18" fmla="*/ 9711856 w 11327518"/>
                      <a:gd name="connsiteY18" fmla="*/ 0 h 5850838"/>
                      <a:gd name="connsiteX19" fmla="*/ 10081491 w 11327518"/>
                      <a:gd name="connsiteY19" fmla="*/ 0 h 5850838"/>
                      <a:gd name="connsiteX20" fmla="*/ 10451126 w 11327518"/>
                      <a:gd name="connsiteY20" fmla="*/ 0 h 5850838"/>
                      <a:gd name="connsiteX21" fmla="*/ 11327518 w 11327518"/>
                      <a:gd name="connsiteY21" fmla="*/ 0 h 5850838"/>
                      <a:gd name="connsiteX22" fmla="*/ 11327518 w 11327518"/>
                      <a:gd name="connsiteY22" fmla="*/ 468067 h 5850838"/>
                      <a:gd name="connsiteX23" fmla="*/ 11327518 w 11327518"/>
                      <a:gd name="connsiteY23" fmla="*/ 877626 h 5850838"/>
                      <a:gd name="connsiteX24" fmla="*/ 11327518 w 11327518"/>
                      <a:gd name="connsiteY24" fmla="*/ 1462710 h 5850838"/>
                      <a:gd name="connsiteX25" fmla="*/ 11327518 w 11327518"/>
                      <a:gd name="connsiteY25" fmla="*/ 1989285 h 5850838"/>
                      <a:gd name="connsiteX26" fmla="*/ 11327518 w 11327518"/>
                      <a:gd name="connsiteY26" fmla="*/ 2515860 h 5850838"/>
                      <a:gd name="connsiteX27" fmla="*/ 11327518 w 11327518"/>
                      <a:gd name="connsiteY27" fmla="*/ 3042436 h 5850838"/>
                      <a:gd name="connsiteX28" fmla="*/ 11327518 w 11327518"/>
                      <a:gd name="connsiteY28" fmla="*/ 3451994 h 5850838"/>
                      <a:gd name="connsiteX29" fmla="*/ 11327518 w 11327518"/>
                      <a:gd name="connsiteY29" fmla="*/ 4154095 h 5850838"/>
                      <a:gd name="connsiteX30" fmla="*/ 11327518 w 11327518"/>
                      <a:gd name="connsiteY30" fmla="*/ 4856196 h 5850838"/>
                      <a:gd name="connsiteX31" fmla="*/ 11327518 w 11327518"/>
                      <a:gd name="connsiteY31" fmla="*/ 5265754 h 5850838"/>
                      <a:gd name="connsiteX32" fmla="*/ 11327518 w 11327518"/>
                      <a:gd name="connsiteY32" fmla="*/ 5850838 h 5850838"/>
                      <a:gd name="connsiteX33" fmla="*/ 10731333 w 11327518"/>
                      <a:gd name="connsiteY33" fmla="*/ 5850838 h 5850838"/>
                      <a:gd name="connsiteX34" fmla="*/ 10361698 w 11327518"/>
                      <a:gd name="connsiteY34" fmla="*/ 5850838 h 5850838"/>
                      <a:gd name="connsiteX35" fmla="*/ 9878788 w 11327518"/>
                      <a:gd name="connsiteY35" fmla="*/ 5850838 h 5850838"/>
                      <a:gd name="connsiteX36" fmla="*/ 9282603 w 11327518"/>
                      <a:gd name="connsiteY36" fmla="*/ 5850838 h 5850838"/>
                      <a:gd name="connsiteX37" fmla="*/ 8686418 w 11327518"/>
                      <a:gd name="connsiteY37" fmla="*/ 5850838 h 5850838"/>
                      <a:gd name="connsiteX38" fmla="*/ 7976957 w 11327518"/>
                      <a:gd name="connsiteY38" fmla="*/ 5850838 h 5850838"/>
                      <a:gd name="connsiteX39" fmla="*/ 7607323 w 11327518"/>
                      <a:gd name="connsiteY39" fmla="*/ 5850838 h 5850838"/>
                      <a:gd name="connsiteX40" fmla="*/ 7237688 w 11327518"/>
                      <a:gd name="connsiteY40" fmla="*/ 5850838 h 5850838"/>
                      <a:gd name="connsiteX41" fmla="*/ 6414952 w 11327518"/>
                      <a:gd name="connsiteY41" fmla="*/ 5850838 h 5850838"/>
                      <a:gd name="connsiteX42" fmla="*/ 5592217 w 11327518"/>
                      <a:gd name="connsiteY42" fmla="*/ 5850838 h 5850838"/>
                      <a:gd name="connsiteX43" fmla="*/ 4996032 w 11327518"/>
                      <a:gd name="connsiteY43" fmla="*/ 5850838 h 5850838"/>
                      <a:gd name="connsiteX44" fmla="*/ 4739672 w 11327518"/>
                      <a:gd name="connsiteY44" fmla="*/ 5850838 h 5850838"/>
                      <a:gd name="connsiteX45" fmla="*/ 4483312 w 11327518"/>
                      <a:gd name="connsiteY45" fmla="*/ 5850838 h 5850838"/>
                      <a:gd name="connsiteX46" fmla="*/ 3660577 w 11327518"/>
                      <a:gd name="connsiteY46" fmla="*/ 5850838 h 5850838"/>
                      <a:gd name="connsiteX47" fmla="*/ 3177667 w 11327518"/>
                      <a:gd name="connsiteY47" fmla="*/ 5850838 h 5850838"/>
                      <a:gd name="connsiteX48" fmla="*/ 2354931 w 11327518"/>
                      <a:gd name="connsiteY48" fmla="*/ 5850838 h 5850838"/>
                      <a:gd name="connsiteX49" fmla="*/ 1758746 w 11327518"/>
                      <a:gd name="connsiteY49" fmla="*/ 5850838 h 5850838"/>
                      <a:gd name="connsiteX50" fmla="*/ 1502387 w 11327518"/>
                      <a:gd name="connsiteY50" fmla="*/ 5850838 h 5850838"/>
                      <a:gd name="connsiteX51" fmla="*/ 1132752 w 11327518"/>
                      <a:gd name="connsiteY51" fmla="*/ 5850838 h 5850838"/>
                      <a:gd name="connsiteX52" fmla="*/ 649842 w 11327518"/>
                      <a:gd name="connsiteY52" fmla="*/ 5850838 h 5850838"/>
                      <a:gd name="connsiteX53" fmla="*/ 0 w 11327518"/>
                      <a:gd name="connsiteY53" fmla="*/ 5850838 h 5850838"/>
                      <a:gd name="connsiteX54" fmla="*/ 0 w 11327518"/>
                      <a:gd name="connsiteY54" fmla="*/ 5207246 h 5850838"/>
                      <a:gd name="connsiteX55" fmla="*/ 0 w 11327518"/>
                      <a:gd name="connsiteY55" fmla="*/ 4680670 h 5850838"/>
                      <a:gd name="connsiteX56" fmla="*/ 0 w 11327518"/>
                      <a:gd name="connsiteY56" fmla="*/ 4271112 h 5850838"/>
                      <a:gd name="connsiteX57" fmla="*/ 0 w 11327518"/>
                      <a:gd name="connsiteY57" fmla="*/ 3569011 h 5850838"/>
                      <a:gd name="connsiteX58" fmla="*/ 0 w 11327518"/>
                      <a:gd name="connsiteY58" fmla="*/ 3159453 h 5850838"/>
                      <a:gd name="connsiteX59" fmla="*/ 0 w 11327518"/>
                      <a:gd name="connsiteY59" fmla="*/ 2574369 h 5850838"/>
                      <a:gd name="connsiteX60" fmla="*/ 0 w 11327518"/>
                      <a:gd name="connsiteY60" fmla="*/ 1872268 h 5850838"/>
                      <a:gd name="connsiteX61" fmla="*/ 0 w 11327518"/>
                      <a:gd name="connsiteY61" fmla="*/ 1170168 h 5850838"/>
                      <a:gd name="connsiteX62" fmla="*/ 0 w 11327518"/>
                      <a:gd name="connsiteY62" fmla="*/ 526575 h 5850838"/>
                      <a:gd name="connsiteX63" fmla="*/ 0 w 11327518"/>
                      <a:gd name="connsiteY63" fmla="*/ 0 h 58508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</a:cxnLst>
                    <a:rect l="l" t="t" r="r" b="b"/>
                    <a:pathLst>
                      <a:path w="11327518" h="5850838" fill="none" extrusionOk="0">
                        <a:moveTo>
                          <a:pt x="0" y="0"/>
                        </a:moveTo>
                        <a:cubicBezTo>
                          <a:pt x="199623" y="-38443"/>
                          <a:pt x="325669" y="57039"/>
                          <a:pt x="596185" y="0"/>
                        </a:cubicBezTo>
                        <a:cubicBezTo>
                          <a:pt x="866701" y="-57039"/>
                          <a:pt x="787814" y="30420"/>
                          <a:pt x="852545" y="0"/>
                        </a:cubicBezTo>
                        <a:cubicBezTo>
                          <a:pt x="917276" y="-30420"/>
                          <a:pt x="1407839" y="47840"/>
                          <a:pt x="1562005" y="0"/>
                        </a:cubicBezTo>
                        <a:cubicBezTo>
                          <a:pt x="1716171" y="-47840"/>
                          <a:pt x="1731284" y="20803"/>
                          <a:pt x="1818365" y="0"/>
                        </a:cubicBezTo>
                        <a:cubicBezTo>
                          <a:pt x="1905446" y="-20803"/>
                          <a:pt x="2249380" y="26975"/>
                          <a:pt x="2414550" y="0"/>
                        </a:cubicBezTo>
                        <a:cubicBezTo>
                          <a:pt x="2579720" y="-26975"/>
                          <a:pt x="2915166" y="64698"/>
                          <a:pt x="3237285" y="0"/>
                        </a:cubicBezTo>
                        <a:cubicBezTo>
                          <a:pt x="3559405" y="-64698"/>
                          <a:pt x="3882863" y="66094"/>
                          <a:pt x="4060021" y="0"/>
                        </a:cubicBezTo>
                        <a:cubicBezTo>
                          <a:pt x="4237179" y="-66094"/>
                          <a:pt x="4467026" y="6500"/>
                          <a:pt x="4769481" y="0"/>
                        </a:cubicBezTo>
                        <a:cubicBezTo>
                          <a:pt x="5071936" y="-6500"/>
                          <a:pt x="5093310" y="50141"/>
                          <a:pt x="5252391" y="0"/>
                        </a:cubicBezTo>
                        <a:cubicBezTo>
                          <a:pt x="5411472" y="-50141"/>
                          <a:pt x="5436744" y="20958"/>
                          <a:pt x="5508751" y="0"/>
                        </a:cubicBezTo>
                        <a:cubicBezTo>
                          <a:pt x="5580758" y="-20958"/>
                          <a:pt x="5871744" y="16120"/>
                          <a:pt x="5991661" y="0"/>
                        </a:cubicBezTo>
                        <a:cubicBezTo>
                          <a:pt x="6111578" y="-16120"/>
                          <a:pt x="6531829" y="10514"/>
                          <a:pt x="6701121" y="0"/>
                        </a:cubicBezTo>
                        <a:cubicBezTo>
                          <a:pt x="6870413" y="-10514"/>
                          <a:pt x="7297743" y="27207"/>
                          <a:pt x="7523857" y="0"/>
                        </a:cubicBezTo>
                        <a:cubicBezTo>
                          <a:pt x="7749971" y="-27207"/>
                          <a:pt x="7695579" y="24095"/>
                          <a:pt x="7780216" y="0"/>
                        </a:cubicBezTo>
                        <a:cubicBezTo>
                          <a:pt x="7864853" y="-24095"/>
                          <a:pt x="7908775" y="28511"/>
                          <a:pt x="8036576" y="0"/>
                        </a:cubicBezTo>
                        <a:cubicBezTo>
                          <a:pt x="8164377" y="-28511"/>
                          <a:pt x="8574440" y="58668"/>
                          <a:pt x="8859311" y="0"/>
                        </a:cubicBezTo>
                        <a:cubicBezTo>
                          <a:pt x="9144182" y="-58668"/>
                          <a:pt x="8995791" y="2810"/>
                          <a:pt x="9115671" y="0"/>
                        </a:cubicBezTo>
                        <a:cubicBezTo>
                          <a:pt x="9235551" y="-2810"/>
                          <a:pt x="9498764" y="57817"/>
                          <a:pt x="9711856" y="0"/>
                        </a:cubicBezTo>
                        <a:cubicBezTo>
                          <a:pt x="9924949" y="-57817"/>
                          <a:pt x="9902014" y="42847"/>
                          <a:pt x="10081491" y="0"/>
                        </a:cubicBezTo>
                        <a:cubicBezTo>
                          <a:pt x="10260968" y="-42847"/>
                          <a:pt x="10339792" y="22130"/>
                          <a:pt x="10451126" y="0"/>
                        </a:cubicBezTo>
                        <a:cubicBezTo>
                          <a:pt x="10562461" y="-22130"/>
                          <a:pt x="11121904" y="104730"/>
                          <a:pt x="11327518" y="0"/>
                        </a:cubicBezTo>
                        <a:cubicBezTo>
                          <a:pt x="11349373" y="158838"/>
                          <a:pt x="11271907" y="341595"/>
                          <a:pt x="11327518" y="468067"/>
                        </a:cubicBezTo>
                        <a:cubicBezTo>
                          <a:pt x="11383129" y="594539"/>
                          <a:pt x="11290595" y="699903"/>
                          <a:pt x="11327518" y="877626"/>
                        </a:cubicBezTo>
                        <a:cubicBezTo>
                          <a:pt x="11364441" y="1055349"/>
                          <a:pt x="11311139" y="1291464"/>
                          <a:pt x="11327518" y="1462710"/>
                        </a:cubicBezTo>
                        <a:cubicBezTo>
                          <a:pt x="11343897" y="1633956"/>
                          <a:pt x="11294761" y="1835313"/>
                          <a:pt x="11327518" y="1989285"/>
                        </a:cubicBezTo>
                        <a:cubicBezTo>
                          <a:pt x="11360275" y="2143258"/>
                          <a:pt x="11268549" y="2293901"/>
                          <a:pt x="11327518" y="2515860"/>
                        </a:cubicBezTo>
                        <a:cubicBezTo>
                          <a:pt x="11386487" y="2737820"/>
                          <a:pt x="11281097" y="2825914"/>
                          <a:pt x="11327518" y="3042436"/>
                        </a:cubicBezTo>
                        <a:cubicBezTo>
                          <a:pt x="11373939" y="3258958"/>
                          <a:pt x="11295965" y="3331182"/>
                          <a:pt x="11327518" y="3451994"/>
                        </a:cubicBezTo>
                        <a:cubicBezTo>
                          <a:pt x="11359071" y="3572806"/>
                          <a:pt x="11274012" y="3937258"/>
                          <a:pt x="11327518" y="4154095"/>
                        </a:cubicBezTo>
                        <a:cubicBezTo>
                          <a:pt x="11381024" y="4370932"/>
                          <a:pt x="11290036" y="4655051"/>
                          <a:pt x="11327518" y="4856196"/>
                        </a:cubicBezTo>
                        <a:cubicBezTo>
                          <a:pt x="11365000" y="5057341"/>
                          <a:pt x="11326694" y="5162254"/>
                          <a:pt x="11327518" y="5265754"/>
                        </a:cubicBezTo>
                        <a:cubicBezTo>
                          <a:pt x="11328342" y="5369254"/>
                          <a:pt x="11321784" y="5710376"/>
                          <a:pt x="11327518" y="5850838"/>
                        </a:cubicBezTo>
                        <a:cubicBezTo>
                          <a:pt x="11072871" y="5862066"/>
                          <a:pt x="10962964" y="5846984"/>
                          <a:pt x="10731333" y="5850838"/>
                        </a:cubicBezTo>
                        <a:cubicBezTo>
                          <a:pt x="10499702" y="5854692"/>
                          <a:pt x="10526837" y="5846583"/>
                          <a:pt x="10361698" y="5850838"/>
                        </a:cubicBezTo>
                        <a:cubicBezTo>
                          <a:pt x="10196559" y="5855093"/>
                          <a:pt x="10057834" y="5830159"/>
                          <a:pt x="9878788" y="5850838"/>
                        </a:cubicBezTo>
                        <a:cubicBezTo>
                          <a:pt x="9699742" y="5871517"/>
                          <a:pt x="9550020" y="5787227"/>
                          <a:pt x="9282603" y="5850838"/>
                        </a:cubicBezTo>
                        <a:cubicBezTo>
                          <a:pt x="9015187" y="5914449"/>
                          <a:pt x="8809030" y="5811108"/>
                          <a:pt x="8686418" y="5850838"/>
                        </a:cubicBezTo>
                        <a:cubicBezTo>
                          <a:pt x="8563807" y="5890568"/>
                          <a:pt x="8300289" y="5835449"/>
                          <a:pt x="7976957" y="5850838"/>
                        </a:cubicBezTo>
                        <a:cubicBezTo>
                          <a:pt x="7653625" y="5866227"/>
                          <a:pt x="7763164" y="5821858"/>
                          <a:pt x="7607323" y="5850838"/>
                        </a:cubicBezTo>
                        <a:cubicBezTo>
                          <a:pt x="7451482" y="5879818"/>
                          <a:pt x="7369641" y="5823798"/>
                          <a:pt x="7237688" y="5850838"/>
                        </a:cubicBezTo>
                        <a:cubicBezTo>
                          <a:pt x="7105735" y="5877878"/>
                          <a:pt x="6614599" y="5773841"/>
                          <a:pt x="6414952" y="5850838"/>
                        </a:cubicBezTo>
                        <a:cubicBezTo>
                          <a:pt x="6215305" y="5927835"/>
                          <a:pt x="5870983" y="5845212"/>
                          <a:pt x="5592217" y="5850838"/>
                        </a:cubicBezTo>
                        <a:cubicBezTo>
                          <a:pt x="5313451" y="5856464"/>
                          <a:pt x="5130990" y="5785107"/>
                          <a:pt x="4996032" y="5850838"/>
                        </a:cubicBezTo>
                        <a:cubicBezTo>
                          <a:pt x="4861074" y="5916569"/>
                          <a:pt x="4798691" y="5847178"/>
                          <a:pt x="4739672" y="5850838"/>
                        </a:cubicBezTo>
                        <a:cubicBezTo>
                          <a:pt x="4680653" y="5854498"/>
                          <a:pt x="4582011" y="5838269"/>
                          <a:pt x="4483312" y="5850838"/>
                        </a:cubicBezTo>
                        <a:cubicBezTo>
                          <a:pt x="4384613" y="5863407"/>
                          <a:pt x="3858308" y="5760206"/>
                          <a:pt x="3660577" y="5850838"/>
                        </a:cubicBezTo>
                        <a:cubicBezTo>
                          <a:pt x="3462847" y="5941470"/>
                          <a:pt x="3331316" y="5821704"/>
                          <a:pt x="3177667" y="5850838"/>
                        </a:cubicBezTo>
                        <a:cubicBezTo>
                          <a:pt x="3024018" y="5879972"/>
                          <a:pt x="2605027" y="5800646"/>
                          <a:pt x="2354931" y="5850838"/>
                        </a:cubicBezTo>
                        <a:cubicBezTo>
                          <a:pt x="2104835" y="5901030"/>
                          <a:pt x="1968527" y="5805912"/>
                          <a:pt x="1758746" y="5850838"/>
                        </a:cubicBezTo>
                        <a:cubicBezTo>
                          <a:pt x="1548965" y="5895764"/>
                          <a:pt x="1627155" y="5831445"/>
                          <a:pt x="1502387" y="5850838"/>
                        </a:cubicBezTo>
                        <a:cubicBezTo>
                          <a:pt x="1377619" y="5870231"/>
                          <a:pt x="1243411" y="5808250"/>
                          <a:pt x="1132752" y="5850838"/>
                        </a:cubicBezTo>
                        <a:cubicBezTo>
                          <a:pt x="1022093" y="5893426"/>
                          <a:pt x="841842" y="5813802"/>
                          <a:pt x="649842" y="5850838"/>
                        </a:cubicBezTo>
                        <a:cubicBezTo>
                          <a:pt x="457842" y="5887874"/>
                          <a:pt x="316547" y="5817400"/>
                          <a:pt x="0" y="5850838"/>
                        </a:cubicBezTo>
                        <a:cubicBezTo>
                          <a:pt x="-23010" y="5667982"/>
                          <a:pt x="26371" y="5376550"/>
                          <a:pt x="0" y="5207246"/>
                        </a:cubicBezTo>
                        <a:cubicBezTo>
                          <a:pt x="-26371" y="5037942"/>
                          <a:pt x="52499" y="4836475"/>
                          <a:pt x="0" y="4680670"/>
                        </a:cubicBezTo>
                        <a:cubicBezTo>
                          <a:pt x="-52499" y="4524865"/>
                          <a:pt x="38164" y="4424291"/>
                          <a:pt x="0" y="4271112"/>
                        </a:cubicBezTo>
                        <a:cubicBezTo>
                          <a:pt x="-38164" y="4117933"/>
                          <a:pt x="13038" y="3901346"/>
                          <a:pt x="0" y="3569011"/>
                        </a:cubicBezTo>
                        <a:cubicBezTo>
                          <a:pt x="-13038" y="3236676"/>
                          <a:pt x="26246" y="3283733"/>
                          <a:pt x="0" y="3159453"/>
                        </a:cubicBezTo>
                        <a:cubicBezTo>
                          <a:pt x="-26246" y="3035173"/>
                          <a:pt x="16811" y="2759597"/>
                          <a:pt x="0" y="2574369"/>
                        </a:cubicBezTo>
                        <a:cubicBezTo>
                          <a:pt x="-16811" y="2389141"/>
                          <a:pt x="25008" y="2066581"/>
                          <a:pt x="0" y="1872268"/>
                        </a:cubicBezTo>
                        <a:cubicBezTo>
                          <a:pt x="-25008" y="1677955"/>
                          <a:pt x="19918" y="1408387"/>
                          <a:pt x="0" y="1170168"/>
                        </a:cubicBezTo>
                        <a:cubicBezTo>
                          <a:pt x="-19918" y="931949"/>
                          <a:pt x="41231" y="841743"/>
                          <a:pt x="0" y="526575"/>
                        </a:cubicBezTo>
                        <a:cubicBezTo>
                          <a:pt x="-41231" y="211407"/>
                          <a:pt x="52995" y="160001"/>
                          <a:pt x="0" y="0"/>
                        </a:cubicBezTo>
                        <a:close/>
                      </a:path>
                      <a:path w="11327518" h="5850838" stroke="0" extrusionOk="0">
                        <a:moveTo>
                          <a:pt x="0" y="0"/>
                        </a:moveTo>
                        <a:cubicBezTo>
                          <a:pt x="190339" y="-52346"/>
                          <a:pt x="344887" y="51323"/>
                          <a:pt x="482910" y="0"/>
                        </a:cubicBezTo>
                        <a:cubicBezTo>
                          <a:pt x="620933" y="-51323"/>
                          <a:pt x="675871" y="19361"/>
                          <a:pt x="739270" y="0"/>
                        </a:cubicBezTo>
                        <a:cubicBezTo>
                          <a:pt x="802669" y="-19361"/>
                          <a:pt x="1325916" y="92536"/>
                          <a:pt x="1562005" y="0"/>
                        </a:cubicBezTo>
                        <a:cubicBezTo>
                          <a:pt x="1798094" y="-92536"/>
                          <a:pt x="1929995" y="27160"/>
                          <a:pt x="2044915" y="0"/>
                        </a:cubicBezTo>
                        <a:cubicBezTo>
                          <a:pt x="2159835" y="-27160"/>
                          <a:pt x="2302190" y="26229"/>
                          <a:pt x="2527825" y="0"/>
                        </a:cubicBezTo>
                        <a:cubicBezTo>
                          <a:pt x="2753460" y="-26229"/>
                          <a:pt x="3158478" y="63046"/>
                          <a:pt x="3350561" y="0"/>
                        </a:cubicBezTo>
                        <a:cubicBezTo>
                          <a:pt x="3542644" y="-63046"/>
                          <a:pt x="3595952" y="25830"/>
                          <a:pt x="3720195" y="0"/>
                        </a:cubicBezTo>
                        <a:cubicBezTo>
                          <a:pt x="3844438" y="-25830"/>
                          <a:pt x="4252403" y="57654"/>
                          <a:pt x="4542931" y="0"/>
                        </a:cubicBezTo>
                        <a:cubicBezTo>
                          <a:pt x="4833459" y="-57654"/>
                          <a:pt x="5188070" y="23753"/>
                          <a:pt x="5365666" y="0"/>
                        </a:cubicBezTo>
                        <a:cubicBezTo>
                          <a:pt x="5543262" y="-23753"/>
                          <a:pt x="5832864" y="57122"/>
                          <a:pt x="5961852" y="0"/>
                        </a:cubicBezTo>
                        <a:cubicBezTo>
                          <a:pt x="6090840" y="-57122"/>
                          <a:pt x="6563315" y="36277"/>
                          <a:pt x="6784587" y="0"/>
                        </a:cubicBezTo>
                        <a:cubicBezTo>
                          <a:pt x="7005859" y="-36277"/>
                          <a:pt x="7061557" y="9086"/>
                          <a:pt x="7267497" y="0"/>
                        </a:cubicBezTo>
                        <a:cubicBezTo>
                          <a:pt x="7473437" y="-9086"/>
                          <a:pt x="7618214" y="16848"/>
                          <a:pt x="7750407" y="0"/>
                        </a:cubicBezTo>
                        <a:cubicBezTo>
                          <a:pt x="7882600" y="-16848"/>
                          <a:pt x="8156801" y="57895"/>
                          <a:pt x="8459867" y="0"/>
                        </a:cubicBezTo>
                        <a:cubicBezTo>
                          <a:pt x="8762933" y="-57895"/>
                          <a:pt x="8800897" y="52657"/>
                          <a:pt x="8942777" y="0"/>
                        </a:cubicBezTo>
                        <a:cubicBezTo>
                          <a:pt x="9084657" y="-52657"/>
                          <a:pt x="9551186" y="15908"/>
                          <a:pt x="9765513" y="0"/>
                        </a:cubicBezTo>
                        <a:cubicBezTo>
                          <a:pt x="9979840" y="-15908"/>
                          <a:pt x="10213960" y="26999"/>
                          <a:pt x="10588248" y="0"/>
                        </a:cubicBezTo>
                        <a:cubicBezTo>
                          <a:pt x="10962536" y="-26999"/>
                          <a:pt x="10964858" y="21158"/>
                          <a:pt x="11327518" y="0"/>
                        </a:cubicBezTo>
                        <a:cubicBezTo>
                          <a:pt x="11329404" y="204381"/>
                          <a:pt x="11289217" y="381973"/>
                          <a:pt x="11327518" y="526575"/>
                        </a:cubicBezTo>
                        <a:cubicBezTo>
                          <a:pt x="11365819" y="671178"/>
                          <a:pt x="11303432" y="760079"/>
                          <a:pt x="11327518" y="936134"/>
                        </a:cubicBezTo>
                        <a:cubicBezTo>
                          <a:pt x="11351604" y="1112189"/>
                          <a:pt x="11297919" y="1245027"/>
                          <a:pt x="11327518" y="1404201"/>
                        </a:cubicBezTo>
                        <a:cubicBezTo>
                          <a:pt x="11357117" y="1563375"/>
                          <a:pt x="11301602" y="1789758"/>
                          <a:pt x="11327518" y="2047793"/>
                        </a:cubicBezTo>
                        <a:cubicBezTo>
                          <a:pt x="11353434" y="2305828"/>
                          <a:pt x="11265423" y="2366097"/>
                          <a:pt x="11327518" y="2574369"/>
                        </a:cubicBezTo>
                        <a:cubicBezTo>
                          <a:pt x="11389613" y="2782641"/>
                          <a:pt x="11298050" y="2885977"/>
                          <a:pt x="11327518" y="3042436"/>
                        </a:cubicBezTo>
                        <a:cubicBezTo>
                          <a:pt x="11356986" y="3198895"/>
                          <a:pt x="11263295" y="3536795"/>
                          <a:pt x="11327518" y="3686028"/>
                        </a:cubicBezTo>
                        <a:cubicBezTo>
                          <a:pt x="11391741" y="3835261"/>
                          <a:pt x="11265829" y="4108878"/>
                          <a:pt x="11327518" y="4271112"/>
                        </a:cubicBezTo>
                        <a:cubicBezTo>
                          <a:pt x="11389207" y="4433346"/>
                          <a:pt x="11286850" y="4673434"/>
                          <a:pt x="11327518" y="4856196"/>
                        </a:cubicBezTo>
                        <a:cubicBezTo>
                          <a:pt x="11368186" y="5038958"/>
                          <a:pt x="11295571" y="5472768"/>
                          <a:pt x="11327518" y="5850838"/>
                        </a:cubicBezTo>
                        <a:cubicBezTo>
                          <a:pt x="11111307" y="5854150"/>
                          <a:pt x="10831911" y="5818363"/>
                          <a:pt x="10618058" y="5850838"/>
                        </a:cubicBezTo>
                        <a:cubicBezTo>
                          <a:pt x="10404205" y="5883313"/>
                          <a:pt x="10429394" y="5845042"/>
                          <a:pt x="10248423" y="5850838"/>
                        </a:cubicBezTo>
                        <a:cubicBezTo>
                          <a:pt x="10067452" y="5856634"/>
                          <a:pt x="9754262" y="5801999"/>
                          <a:pt x="9538963" y="5850838"/>
                        </a:cubicBezTo>
                        <a:cubicBezTo>
                          <a:pt x="9323664" y="5899677"/>
                          <a:pt x="9361173" y="5826118"/>
                          <a:pt x="9282603" y="5850838"/>
                        </a:cubicBezTo>
                        <a:cubicBezTo>
                          <a:pt x="9204033" y="5875558"/>
                          <a:pt x="8854828" y="5769311"/>
                          <a:pt x="8573143" y="5850838"/>
                        </a:cubicBezTo>
                        <a:cubicBezTo>
                          <a:pt x="8291458" y="5932365"/>
                          <a:pt x="8290328" y="5811605"/>
                          <a:pt x="8203508" y="5850838"/>
                        </a:cubicBezTo>
                        <a:cubicBezTo>
                          <a:pt x="8116688" y="5890071"/>
                          <a:pt x="8057882" y="5831319"/>
                          <a:pt x="7947148" y="5850838"/>
                        </a:cubicBezTo>
                        <a:cubicBezTo>
                          <a:pt x="7836414" y="5870357"/>
                          <a:pt x="7730897" y="5812334"/>
                          <a:pt x="7577513" y="5850838"/>
                        </a:cubicBezTo>
                        <a:cubicBezTo>
                          <a:pt x="7424129" y="5889342"/>
                          <a:pt x="7192735" y="5821747"/>
                          <a:pt x="6868053" y="5850838"/>
                        </a:cubicBezTo>
                        <a:cubicBezTo>
                          <a:pt x="6543371" y="5879929"/>
                          <a:pt x="6663453" y="5837340"/>
                          <a:pt x="6498418" y="5850838"/>
                        </a:cubicBezTo>
                        <a:cubicBezTo>
                          <a:pt x="6333383" y="5864336"/>
                          <a:pt x="6333602" y="5842292"/>
                          <a:pt x="6242059" y="5850838"/>
                        </a:cubicBezTo>
                        <a:cubicBezTo>
                          <a:pt x="6150516" y="5859384"/>
                          <a:pt x="6020687" y="5825363"/>
                          <a:pt x="5872424" y="5850838"/>
                        </a:cubicBezTo>
                        <a:cubicBezTo>
                          <a:pt x="5724161" y="5876313"/>
                          <a:pt x="5575375" y="5837302"/>
                          <a:pt x="5389514" y="5850838"/>
                        </a:cubicBezTo>
                        <a:cubicBezTo>
                          <a:pt x="5203653" y="5864374"/>
                          <a:pt x="4926543" y="5825923"/>
                          <a:pt x="4793329" y="5850838"/>
                        </a:cubicBezTo>
                        <a:cubicBezTo>
                          <a:pt x="4660116" y="5875753"/>
                          <a:pt x="4540325" y="5848753"/>
                          <a:pt x="4423694" y="5850838"/>
                        </a:cubicBezTo>
                        <a:cubicBezTo>
                          <a:pt x="4307063" y="5852923"/>
                          <a:pt x="3918926" y="5782362"/>
                          <a:pt x="3600958" y="5850838"/>
                        </a:cubicBezTo>
                        <a:cubicBezTo>
                          <a:pt x="3282990" y="5919314"/>
                          <a:pt x="3205131" y="5781166"/>
                          <a:pt x="3004773" y="5850838"/>
                        </a:cubicBezTo>
                        <a:cubicBezTo>
                          <a:pt x="2804415" y="5920510"/>
                          <a:pt x="2430364" y="5791142"/>
                          <a:pt x="2182038" y="5850838"/>
                        </a:cubicBezTo>
                        <a:cubicBezTo>
                          <a:pt x="1933712" y="5910534"/>
                          <a:pt x="1721636" y="5784395"/>
                          <a:pt x="1472577" y="5850838"/>
                        </a:cubicBezTo>
                        <a:cubicBezTo>
                          <a:pt x="1223518" y="5917281"/>
                          <a:pt x="1109801" y="5807946"/>
                          <a:pt x="989667" y="5850838"/>
                        </a:cubicBezTo>
                        <a:cubicBezTo>
                          <a:pt x="869533" y="5893730"/>
                          <a:pt x="205328" y="5801417"/>
                          <a:pt x="0" y="5850838"/>
                        </a:cubicBezTo>
                        <a:cubicBezTo>
                          <a:pt x="-47768" y="5640259"/>
                          <a:pt x="9501" y="5481500"/>
                          <a:pt x="0" y="5382771"/>
                        </a:cubicBezTo>
                        <a:cubicBezTo>
                          <a:pt x="-9501" y="5284042"/>
                          <a:pt x="61414" y="5039869"/>
                          <a:pt x="0" y="4797687"/>
                        </a:cubicBezTo>
                        <a:cubicBezTo>
                          <a:pt x="-61414" y="4555505"/>
                          <a:pt x="17056" y="4422475"/>
                          <a:pt x="0" y="4095587"/>
                        </a:cubicBezTo>
                        <a:cubicBezTo>
                          <a:pt x="-17056" y="3768699"/>
                          <a:pt x="35192" y="3648981"/>
                          <a:pt x="0" y="3393486"/>
                        </a:cubicBezTo>
                        <a:cubicBezTo>
                          <a:pt x="-35192" y="3137991"/>
                          <a:pt x="33394" y="3043799"/>
                          <a:pt x="0" y="2749894"/>
                        </a:cubicBezTo>
                        <a:cubicBezTo>
                          <a:pt x="-33394" y="2455989"/>
                          <a:pt x="74061" y="2397224"/>
                          <a:pt x="0" y="2106302"/>
                        </a:cubicBezTo>
                        <a:cubicBezTo>
                          <a:pt x="-74061" y="1815380"/>
                          <a:pt x="61623" y="1626672"/>
                          <a:pt x="0" y="1462710"/>
                        </a:cubicBezTo>
                        <a:cubicBezTo>
                          <a:pt x="-61623" y="1298748"/>
                          <a:pt x="8561" y="1145488"/>
                          <a:pt x="0" y="994642"/>
                        </a:cubicBezTo>
                        <a:cubicBezTo>
                          <a:pt x="-8561" y="843796"/>
                          <a:pt x="79509" y="25923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1821288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E38676A9-791B-4BB8-8F7A-AA54D281E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4286" y="535684"/>
            <a:ext cx="11203427" cy="5786631"/>
          </a:xfrm>
          <a:prstGeom prst="rect">
            <a:avLst/>
          </a:prstGeom>
          <a:ln w="76200" cmpd="thinThick">
            <a:solidFill>
              <a:schemeClr val="tx1">
                <a:lumMod val="50000"/>
                <a:lumOff val="5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327518"/>
                      <a:gd name="connsiteY0" fmla="*/ 0 h 5850838"/>
                      <a:gd name="connsiteX1" fmla="*/ 596185 w 11327518"/>
                      <a:gd name="connsiteY1" fmla="*/ 0 h 5850838"/>
                      <a:gd name="connsiteX2" fmla="*/ 852545 w 11327518"/>
                      <a:gd name="connsiteY2" fmla="*/ 0 h 5850838"/>
                      <a:gd name="connsiteX3" fmla="*/ 1562005 w 11327518"/>
                      <a:gd name="connsiteY3" fmla="*/ 0 h 5850838"/>
                      <a:gd name="connsiteX4" fmla="*/ 1818365 w 11327518"/>
                      <a:gd name="connsiteY4" fmla="*/ 0 h 5850838"/>
                      <a:gd name="connsiteX5" fmla="*/ 2414550 w 11327518"/>
                      <a:gd name="connsiteY5" fmla="*/ 0 h 5850838"/>
                      <a:gd name="connsiteX6" fmla="*/ 3237285 w 11327518"/>
                      <a:gd name="connsiteY6" fmla="*/ 0 h 5850838"/>
                      <a:gd name="connsiteX7" fmla="*/ 4060021 w 11327518"/>
                      <a:gd name="connsiteY7" fmla="*/ 0 h 5850838"/>
                      <a:gd name="connsiteX8" fmla="*/ 4769481 w 11327518"/>
                      <a:gd name="connsiteY8" fmla="*/ 0 h 5850838"/>
                      <a:gd name="connsiteX9" fmla="*/ 5252391 w 11327518"/>
                      <a:gd name="connsiteY9" fmla="*/ 0 h 5850838"/>
                      <a:gd name="connsiteX10" fmla="*/ 5508751 w 11327518"/>
                      <a:gd name="connsiteY10" fmla="*/ 0 h 5850838"/>
                      <a:gd name="connsiteX11" fmla="*/ 5991661 w 11327518"/>
                      <a:gd name="connsiteY11" fmla="*/ 0 h 5850838"/>
                      <a:gd name="connsiteX12" fmla="*/ 6701121 w 11327518"/>
                      <a:gd name="connsiteY12" fmla="*/ 0 h 5850838"/>
                      <a:gd name="connsiteX13" fmla="*/ 7523857 w 11327518"/>
                      <a:gd name="connsiteY13" fmla="*/ 0 h 5850838"/>
                      <a:gd name="connsiteX14" fmla="*/ 7780216 w 11327518"/>
                      <a:gd name="connsiteY14" fmla="*/ 0 h 5850838"/>
                      <a:gd name="connsiteX15" fmla="*/ 8036576 w 11327518"/>
                      <a:gd name="connsiteY15" fmla="*/ 0 h 5850838"/>
                      <a:gd name="connsiteX16" fmla="*/ 8859311 w 11327518"/>
                      <a:gd name="connsiteY16" fmla="*/ 0 h 5850838"/>
                      <a:gd name="connsiteX17" fmla="*/ 9115671 w 11327518"/>
                      <a:gd name="connsiteY17" fmla="*/ 0 h 5850838"/>
                      <a:gd name="connsiteX18" fmla="*/ 9711856 w 11327518"/>
                      <a:gd name="connsiteY18" fmla="*/ 0 h 5850838"/>
                      <a:gd name="connsiteX19" fmla="*/ 10081491 w 11327518"/>
                      <a:gd name="connsiteY19" fmla="*/ 0 h 5850838"/>
                      <a:gd name="connsiteX20" fmla="*/ 10451126 w 11327518"/>
                      <a:gd name="connsiteY20" fmla="*/ 0 h 5850838"/>
                      <a:gd name="connsiteX21" fmla="*/ 11327518 w 11327518"/>
                      <a:gd name="connsiteY21" fmla="*/ 0 h 5850838"/>
                      <a:gd name="connsiteX22" fmla="*/ 11327518 w 11327518"/>
                      <a:gd name="connsiteY22" fmla="*/ 468067 h 5850838"/>
                      <a:gd name="connsiteX23" fmla="*/ 11327518 w 11327518"/>
                      <a:gd name="connsiteY23" fmla="*/ 877626 h 5850838"/>
                      <a:gd name="connsiteX24" fmla="*/ 11327518 w 11327518"/>
                      <a:gd name="connsiteY24" fmla="*/ 1462710 h 5850838"/>
                      <a:gd name="connsiteX25" fmla="*/ 11327518 w 11327518"/>
                      <a:gd name="connsiteY25" fmla="*/ 1989285 h 5850838"/>
                      <a:gd name="connsiteX26" fmla="*/ 11327518 w 11327518"/>
                      <a:gd name="connsiteY26" fmla="*/ 2515860 h 5850838"/>
                      <a:gd name="connsiteX27" fmla="*/ 11327518 w 11327518"/>
                      <a:gd name="connsiteY27" fmla="*/ 3042436 h 5850838"/>
                      <a:gd name="connsiteX28" fmla="*/ 11327518 w 11327518"/>
                      <a:gd name="connsiteY28" fmla="*/ 3451994 h 5850838"/>
                      <a:gd name="connsiteX29" fmla="*/ 11327518 w 11327518"/>
                      <a:gd name="connsiteY29" fmla="*/ 4154095 h 5850838"/>
                      <a:gd name="connsiteX30" fmla="*/ 11327518 w 11327518"/>
                      <a:gd name="connsiteY30" fmla="*/ 4856196 h 5850838"/>
                      <a:gd name="connsiteX31" fmla="*/ 11327518 w 11327518"/>
                      <a:gd name="connsiteY31" fmla="*/ 5265754 h 5850838"/>
                      <a:gd name="connsiteX32" fmla="*/ 11327518 w 11327518"/>
                      <a:gd name="connsiteY32" fmla="*/ 5850838 h 5850838"/>
                      <a:gd name="connsiteX33" fmla="*/ 10731333 w 11327518"/>
                      <a:gd name="connsiteY33" fmla="*/ 5850838 h 5850838"/>
                      <a:gd name="connsiteX34" fmla="*/ 10361698 w 11327518"/>
                      <a:gd name="connsiteY34" fmla="*/ 5850838 h 5850838"/>
                      <a:gd name="connsiteX35" fmla="*/ 9878788 w 11327518"/>
                      <a:gd name="connsiteY35" fmla="*/ 5850838 h 5850838"/>
                      <a:gd name="connsiteX36" fmla="*/ 9282603 w 11327518"/>
                      <a:gd name="connsiteY36" fmla="*/ 5850838 h 5850838"/>
                      <a:gd name="connsiteX37" fmla="*/ 8686418 w 11327518"/>
                      <a:gd name="connsiteY37" fmla="*/ 5850838 h 5850838"/>
                      <a:gd name="connsiteX38" fmla="*/ 7976957 w 11327518"/>
                      <a:gd name="connsiteY38" fmla="*/ 5850838 h 5850838"/>
                      <a:gd name="connsiteX39" fmla="*/ 7607323 w 11327518"/>
                      <a:gd name="connsiteY39" fmla="*/ 5850838 h 5850838"/>
                      <a:gd name="connsiteX40" fmla="*/ 7237688 w 11327518"/>
                      <a:gd name="connsiteY40" fmla="*/ 5850838 h 5850838"/>
                      <a:gd name="connsiteX41" fmla="*/ 6414952 w 11327518"/>
                      <a:gd name="connsiteY41" fmla="*/ 5850838 h 5850838"/>
                      <a:gd name="connsiteX42" fmla="*/ 5592217 w 11327518"/>
                      <a:gd name="connsiteY42" fmla="*/ 5850838 h 5850838"/>
                      <a:gd name="connsiteX43" fmla="*/ 4996032 w 11327518"/>
                      <a:gd name="connsiteY43" fmla="*/ 5850838 h 5850838"/>
                      <a:gd name="connsiteX44" fmla="*/ 4739672 w 11327518"/>
                      <a:gd name="connsiteY44" fmla="*/ 5850838 h 5850838"/>
                      <a:gd name="connsiteX45" fmla="*/ 4483312 w 11327518"/>
                      <a:gd name="connsiteY45" fmla="*/ 5850838 h 5850838"/>
                      <a:gd name="connsiteX46" fmla="*/ 3660577 w 11327518"/>
                      <a:gd name="connsiteY46" fmla="*/ 5850838 h 5850838"/>
                      <a:gd name="connsiteX47" fmla="*/ 3177667 w 11327518"/>
                      <a:gd name="connsiteY47" fmla="*/ 5850838 h 5850838"/>
                      <a:gd name="connsiteX48" fmla="*/ 2354931 w 11327518"/>
                      <a:gd name="connsiteY48" fmla="*/ 5850838 h 5850838"/>
                      <a:gd name="connsiteX49" fmla="*/ 1758746 w 11327518"/>
                      <a:gd name="connsiteY49" fmla="*/ 5850838 h 5850838"/>
                      <a:gd name="connsiteX50" fmla="*/ 1502387 w 11327518"/>
                      <a:gd name="connsiteY50" fmla="*/ 5850838 h 5850838"/>
                      <a:gd name="connsiteX51" fmla="*/ 1132752 w 11327518"/>
                      <a:gd name="connsiteY51" fmla="*/ 5850838 h 5850838"/>
                      <a:gd name="connsiteX52" fmla="*/ 649842 w 11327518"/>
                      <a:gd name="connsiteY52" fmla="*/ 5850838 h 5850838"/>
                      <a:gd name="connsiteX53" fmla="*/ 0 w 11327518"/>
                      <a:gd name="connsiteY53" fmla="*/ 5850838 h 5850838"/>
                      <a:gd name="connsiteX54" fmla="*/ 0 w 11327518"/>
                      <a:gd name="connsiteY54" fmla="*/ 5207246 h 5850838"/>
                      <a:gd name="connsiteX55" fmla="*/ 0 w 11327518"/>
                      <a:gd name="connsiteY55" fmla="*/ 4680670 h 5850838"/>
                      <a:gd name="connsiteX56" fmla="*/ 0 w 11327518"/>
                      <a:gd name="connsiteY56" fmla="*/ 4271112 h 5850838"/>
                      <a:gd name="connsiteX57" fmla="*/ 0 w 11327518"/>
                      <a:gd name="connsiteY57" fmla="*/ 3569011 h 5850838"/>
                      <a:gd name="connsiteX58" fmla="*/ 0 w 11327518"/>
                      <a:gd name="connsiteY58" fmla="*/ 3159453 h 5850838"/>
                      <a:gd name="connsiteX59" fmla="*/ 0 w 11327518"/>
                      <a:gd name="connsiteY59" fmla="*/ 2574369 h 5850838"/>
                      <a:gd name="connsiteX60" fmla="*/ 0 w 11327518"/>
                      <a:gd name="connsiteY60" fmla="*/ 1872268 h 5850838"/>
                      <a:gd name="connsiteX61" fmla="*/ 0 w 11327518"/>
                      <a:gd name="connsiteY61" fmla="*/ 1170168 h 5850838"/>
                      <a:gd name="connsiteX62" fmla="*/ 0 w 11327518"/>
                      <a:gd name="connsiteY62" fmla="*/ 526575 h 5850838"/>
                      <a:gd name="connsiteX63" fmla="*/ 0 w 11327518"/>
                      <a:gd name="connsiteY63" fmla="*/ 0 h 58508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</a:cxnLst>
                    <a:rect l="l" t="t" r="r" b="b"/>
                    <a:pathLst>
                      <a:path w="11327518" h="5850838" fill="none" extrusionOk="0">
                        <a:moveTo>
                          <a:pt x="0" y="0"/>
                        </a:moveTo>
                        <a:cubicBezTo>
                          <a:pt x="199623" y="-38443"/>
                          <a:pt x="325669" y="57039"/>
                          <a:pt x="596185" y="0"/>
                        </a:cubicBezTo>
                        <a:cubicBezTo>
                          <a:pt x="866701" y="-57039"/>
                          <a:pt x="787814" y="30420"/>
                          <a:pt x="852545" y="0"/>
                        </a:cubicBezTo>
                        <a:cubicBezTo>
                          <a:pt x="917276" y="-30420"/>
                          <a:pt x="1407839" y="47840"/>
                          <a:pt x="1562005" y="0"/>
                        </a:cubicBezTo>
                        <a:cubicBezTo>
                          <a:pt x="1716171" y="-47840"/>
                          <a:pt x="1731284" y="20803"/>
                          <a:pt x="1818365" y="0"/>
                        </a:cubicBezTo>
                        <a:cubicBezTo>
                          <a:pt x="1905446" y="-20803"/>
                          <a:pt x="2249380" y="26975"/>
                          <a:pt x="2414550" y="0"/>
                        </a:cubicBezTo>
                        <a:cubicBezTo>
                          <a:pt x="2579720" y="-26975"/>
                          <a:pt x="2915166" y="64698"/>
                          <a:pt x="3237285" y="0"/>
                        </a:cubicBezTo>
                        <a:cubicBezTo>
                          <a:pt x="3559405" y="-64698"/>
                          <a:pt x="3882863" y="66094"/>
                          <a:pt x="4060021" y="0"/>
                        </a:cubicBezTo>
                        <a:cubicBezTo>
                          <a:pt x="4237179" y="-66094"/>
                          <a:pt x="4467026" y="6500"/>
                          <a:pt x="4769481" y="0"/>
                        </a:cubicBezTo>
                        <a:cubicBezTo>
                          <a:pt x="5071936" y="-6500"/>
                          <a:pt x="5093310" y="50141"/>
                          <a:pt x="5252391" y="0"/>
                        </a:cubicBezTo>
                        <a:cubicBezTo>
                          <a:pt x="5411472" y="-50141"/>
                          <a:pt x="5436744" y="20958"/>
                          <a:pt x="5508751" y="0"/>
                        </a:cubicBezTo>
                        <a:cubicBezTo>
                          <a:pt x="5580758" y="-20958"/>
                          <a:pt x="5871744" y="16120"/>
                          <a:pt x="5991661" y="0"/>
                        </a:cubicBezTo>
                        <a:cubicBezTo>
                          <a:pt x="6111578" y="-16120"/>
                          <a:pt x="6531829" y="10514"/>
                          <a:pt x="6701121" y="0"/>
                        </a:cubicBezTo>
                        <a:cubicBezTo>
                          <a:pt x="6870413" y="-10514"/>
                          <a:pt x="7297743" y="27207"/>
                          <a:pt x="7523857" y="0"/>
                        </a:cubicBezTo>
                        <a:cubicBezTo>
                          <a:pt x="7749971" y="-27207"/>
                          <a:pt x="7695579" y="24095"/>
                          <a:pt x="7780216" y="0"/>
                        </a:cubicBezTo>
                        <a:cubicBezTo>
                          <a:pt x="7864853" y="-24095"/>
                          <a:pt x="7908775" y="28511"/>
                          <a:pt x="8036576" y="0"/>
                        </a:cubicBezTo>
                        <a:cubicBezTo>
                          <a:pt x="8164377" y="-28511"/>
                          <a:pt x="8574440" y="58668"/>
                          <a:pt x="8859311" y="0"/>
                        </a:cubicBezTo>
                        <a:cubicBezTo>
                          <a:pt x="9144182" y="-58668"/>
                          <a:pt x="8995791" y="2810"/>
                          <a:pt x="9115671" y="0"/>
                        </a:cubicBezTo>
                        <a:cubicBezTo>
                          <a:pt x="9235551" y="-2810"/>
                          <a:pt x="9498764" y="57817"/>
                          <a:pt x="9711856" y="0"/>
                        </a:cubicBezTo>
                        <a:cubicBezTo>
                          <a:pt x="9924949" y="-57817"/>
                          <a:pt x="9902014" y="42847"/>
                          <a:pt x="10081491" y="0"/>
                        </a:cubicBezTo>
                        <a:cubicBezTo>
                          <a:pt x="10260968" y="-42847"/>
                          <a:pt x="10339792" y="22130"/>
                          <a:pt x="10451126" y="0"/>
                        </a:cubicBezTo>
                        <a:cubicBezTo>
                          <a:pt x="10562461" y="-22130"/>
                          <a:pt x="11121904" y="104730"/>
                          <a:pt x="11327518" y="0"/>
                        </a:cubicBezTo>
                        <a:cubicBezTo>
                          <a:pt x="11349373" y="158838"/>
                          <a:pt x="11271907" y="341595"/>
                          <a:pt x="11327518" y="468067"/>
                        </a:cubicBezTo>
                        <a:cubicBezTo>
                          <a:pt x="11383129" y="594539"/>
                          <a:pt x="11290595" y="699903"/>
                          <a:pt x="11327518" y="877626"/>
                        </a:cubicBezTo>
                        <a:cubicBezTo>
                          <a:pt x="11364441" y="1055349"/>
                          <a:pt x="11311139" y="1291464"/>
                          <a:pt x="11327518" y="1462710"/>
                        </a:cubicBezTo>
                        <a:cubicBezTo>
                          <a:pt x="11343897" y="1633956"/>
                          <a:pt x="11294761" y="1835313"/>
                          <a:pt x="11327518" y="1989285"/>
                        </a:cubicBezTo>
                        <a:cubicBezTo>
                          <a:pt x="11360275" y="2143258"/>
                          <a:pt x="11268549" y="2293901"/>
                          <a:pt x="11327518" y="2515860"/>
                        </a:cubicBezTo>
                        <a:cubicBezTo>
                          <a:pt x="11386487" y="2737820"/>
                          <a:pt x="11281097" y="2825914"/>
                          <a:pt x="11327518" y="3042436"/>
                        </a:cubicBezTo>
                        <a:cubicBezTo>
                          <a:pt x="11373939" y="3258958"/>
                          <a:pt x="11295965" y="3331182"/>
                          <a:pt x="11327518" y="3451994"/>
                        </a:cubicBezTo>
                        <a:cubicBezTo>
                          <a:pt x="11359071" y="3572806"/>
                          <a:pt x="11274012" y="3937258"/>
                          <a:pt x="11327518" y="4154095"/>
                        </a:cubicBezTo>
                        <a:cubicBezTo>
                          <a:pt x="11381024" y="4370932"/>
                          <a:pt x="11290036" y="4655051"/>
                          <a:pt x="11327518" y="4856196"/>
                        </a:cubicBezTo>
                        <a:cubicBezTo>
                          <a:pt x="11365000" y="5057341"/>
                          <a:pt x="11326694" y="5162254"/>
                          <a:pt x="11327518" y="5265754"/>
                        </a:cubicBezTo>
                        <a:cubicBezTo>
                          <a:pt x="11328342" y="5369254"/>
                          <a:pt x="11321784" y="5710376"/>
                          <a:pt x="11327518" y="5850838"/>
                        </a:cubicBezTo>
                        <a:cubicBezTo>
                          <a:pt x="11072871" y="5862066"/>
                          <a:pt x="10962964" y="5846984"/>
                          <a:pt x="10731333" y="5850838"/>
                        </a:cubicBezTo>
                        <a:cubicBezTo>
                          <a:pt x="10499702" y="5854692"/>
                          <a:pt x="10526837" y="5846583"/>
                          <a:pt x="10361698" y="5850838"/>
                        </a:cubicBezTo>
                        <a:cubicBezTo>
                          <a:pt x="10196559" y="5855093"/>
                          <a:pt x="10057834" y="5830159"/>
                          <a:pt x="9878788" y="5850838"/>
                        </a:cubicBezTo>
                        <a:cubicBezTo>
                          <a:pt x="9699742" y="5871517"/>
                          <a:pt x="9550020" y="5787227"/>
                          <a:pt x="9282603" y="5850838"/>
                        </a:cubicBezTo>
                        <a:cubicBezTo>
                          <a:pt x="9015187" y="5914449"/>
                          <a:pt x="8809030" y="5811108"/>
                          <a:pt x="8686418" y="5850838"/>
                        </a:cubicBezTo>
                        <a:cubicBezTo>
                          <a:pt x="8563807" y="5890568"/>
                          <a:pt x="8300289" y="5835449"/>
                          <a:pt x="7976957" y="5850838"/>
                        </a:cubicBezTo>
                        <a:cubicBezTo>
                          <a:pt x="7653625" y="5866227"/>
                          <a:pt x="7763164" y="5821858"/>
                          <a:pt x="7607323" y="5850838"/>
                        </a:cubicBezTo>
                        <a:cubicBezTo>
                          <a:pt x="7451482" y="5879818"/>
                          <a:pt x="7369641" y="5823798"/>
                          <a:pt x="7237688" y="5850838"/>
                        </a:cubicBezTo>
                        <a:cubicBezTo>
                          <a:pt x="7105735" y="5877878"/>
                          <a:pt x="6614599" y="5773841"/>
                          <a:pt x="6414952" y="5850838"/>
                        </a:cubicBezTo>
                        <a:cubicBezTo>
                          <a:pt x="6215305" y="5927835"/>
                          <a:pt x="5870983" y="5845212"/>
                          <a:pt x="5592217" y="5850838"/>
                        </a:cubicBezTo>
                        <a:cubicBezTo>
                          <a:pt x="5313451" y="5856464"/>
                          <a:pt x="5130990" y="5785107"/>
                          <a:pt x="4996032" y="5850838"/>
                        </a:cubicBezTo>
                        <a:cubicBezTo>
                          <a:pt x="4861074" y="5916569"/>
                          <a:pt x="4798691" y="5847178"/>
                          <a:pt x="4739672" y="5850838"/>
                        </a:cubicBezTo>
                        <a:cubicBezTo>
                          <a:pt x="4680653" y="5854498"/>
                          <a:pt x="4582011" y="5838269"/>
                          <a:pt x="4483312" y="5850838"/>
                        </a:cubicBezTo>
                        <a:cubicBezTo>
                          <a:pt x="4384613" y="5863407"/>
                          <a:pt x="3858308" y="5760206"/>
                          <a:pt x="3660577" y="5850838"/>
                        </a:cubicBezTo>
                        <a:cubicBezTo>
                          <a:pt x="3462847" y="5941470"/>
                          <a:pt x="3331316" y="5821704"/>
                          <a:pt x="3177667" y="5850838"/>
                        </a:cubicBezTo>
                        <a:cubicBezTo>
                          <a:pt x="3024018" y="5879972"/>
                          <a:pt x="2605027" y="5800646"/>
                          <a:pt x="2354931" y="5850838"/>
                        </a:cubicBezTo>
                        <a:cubicBezTo>
                          <a:pt x="2104835" y="5901030"/>
                          <a:pt x="1968527" y="5805912"/>
                          <a:pt x="1758746" y="5850838"/>
                        </a:cubicBezTo>
                        <a:cubicBezTo>
                          <a:pt x="1548965" y="5895764"/>
                          <a:pt x="1627155" y="5831445"/>
                          <a:pt x="1502387" y="5850838"/>
                        </a:cubicBezTo>
                        <a:cubicBezTo>
                          <a:pt x="1377619" y="5870231"/>
                          <a:pt x="1243411" y="5808250"/>
                          <a:pt x="1132752" y="5850838"/>
                        </a:cubicBezTo>
                        <a:cubicBezTo>
                          <a:pt x="1022093" y="5893426"/>
                          <a:pt x="841842" y="5813802"/>
                          <a:pt x="649842" y="5850838"/>
                        </a:cubicBezTo>
                        <a:cubicBezTo>
                          <a:pt x="457842" y="5887874"/>
                          <a:pt x="316547" y="5817400"/>
                          <a:pt x="0" y="5850838"/>
                        </a:cubicBezTo>
                        <a:cubicBezTo>
                          <a:pt x="-23010" y="5667982"/>
                          <a:pt x="26371" y="5376550"/>
                          <a:pt x="0" y="5207246"/>
                        </a:cubicBezTo>
                        <a:cubicBezTo>
                          <a:pt x="-26371" y="5037942"/>
                          <a:pt x="52499" y="4836475"/>
                          <a:pt x="0" y="4680670"/>
                        </a:cubicBezTo>
                        <a:cubicBezTo>
                          <a:pt x="-52499" y="4524865"/>
                          <a:pt x="38164" y="4424291"/>
                          <a:pt x="0" y="4271112"/>
                        </a:cubicBezTo>
                        <a:cubicBezTo>
                          <a:pt x="-38164" y="4117933"/>
                          <a:pt x="13038" y="3901346"/>
                          <a:pt x="0" y="3569011"/>
                        </a:cubicBezTo>
                        <a:cubicBezTo>
                          <a:pt x="-13038" y="3236676"/>
                          <a:pt x="26246" y="3283733"/>
                          <a:pt x="0" y="3159453"/>
                        </a:cubicBezTo>
                        <a:cubicBezTo>
                          <a:pt x="-26246" y="3035173"/>
                          <a:pt x="16811" y="2759597"/>
                          <a:pt x="0" y="2574369"/>
                        </a:cubicBezTo>
                        <a:cubicBezTo>
                          <a:pt x="-16811" y="2389141"/>
                          <a:pt x="25008" y="2066581"/>
                          <a:pt x="0" y="1872268"/>
                        </a:cubicBezTo>
                        <a:cubicBezTo>
                          <a:pt x="-25008" y="1677955"/>
                          <a:pt x="19918" y="1408387"/>
                          <a:pt x="0" y="1170168"/>
                        </a:cubicBezTo>
                        <a:cubicBezTo>
                          <a:pt x="-19918" y="931949"/>
                          <a:pt x="41231" y="841743"/>
                          <a:pt x="0" y="526575"/>
                        </a:cubicBezTo>
                        <a:cubicBezTo>
                          <a:pt x="-41231" y="211407"/>
                          <a:pt x="52995" y="160001"/>
                          <a:pt x="0" y="0"/>
                        </a:cubicBezTo>
                        <a:close/>
                      </a:path>
                      <a:path w="11327518" h="5850838" stroke="0" extrusionOk="0">
                        <a:moveTo>
                          <a:pt x="0" y="0"/>
                        </a:moveTo>
                        <a:cubicBezTo>
                          <a:pt x="190339" y="-52346"/>
                          <a:pt x="344887" y="51323"/>
                          <a:pt x="482910" y="0"/>
                        </a:cubicBezTo>
                        <a:cubicBezTo>
                          <a:pt x="620933" y="-51323"/>
                          <a:pt x="675871" y="19361"/>
                          <a:pt x="739270" y="0"/>
                        </a:cubicBezTo>
                        <a:cubicBezTo>
                          <a:pt x="802669" y="-19361"/>
                          <a:pt x="1325916" y="92536"/>
                          <a:pt x="1562005" y="0"/>
                        </a:cubicBezTo>
                        <a:cubicBezTo>
                          <a:pt x="1798094" y="-92536"/>
                          <a:pt x="1929995" y="27160"/>
                          <a:pt x="2044915" y="0"/>
                        </a:cubicBezTo>
                        <a:cubicBezTo>
                          <a:pt x="2159835" y="-27160"/>
                          <a:pt x="2302190" y="26229"/>
                          <a:pt x="2527825" y="0"/>
                        </a:cubicBezTo>
                        <a:cubicBezTo>
                          <a:pt x="2753460" y="-26229"/>
                          <a:pt x="3158478" y="63046"/>
                          <a:pt x="3350561" y="0"/>
                        </a:cubicBezTo>
                        <a:cubicBezTo>
                          <a:pt x="3542644" y="-63046"/>
                          <a:pt x="3595952" y="25830"/>
                          <a:pt x="3720195" y="0"/>
                        </a:cubicBezTo>
                        <a:cubicBezTo>
                          <a:pt x="3844438" y="-25830"/>
                          <a:pt x="4252403" y="57654"/>
                          <a:pt x="4542931" y="0"/>
                        </a:cubicBezTo>
                        <a:cubicBezTo>
                          <a:pt x="4833459" y="-57654"/>
                          <a:pt x="5188070" y="23753"/>
                          <a:pt x="5365666" y="0"/>
                        </a:cubicBezTo>
                        <a:cubicBezTo>
                          <a:pt x="5543262" y="-23753"/>
                          <a:pt x="5832864" y="57122"/>
                          <a:pt x="5961852" y="0"/>
                        </a:cubicBezTo>
                        <a:cubicBezTo>
                          <a:pt x="6090840" y="-57122"/>
                          <a:pt x="6563315" y="36277"/>
                          <a:pt x="6784587" y="0"/>
                        </a:cubicBezTo>
                        <a:cubicBezTo>
                          <a:pt x="7005859" y="-36277"/>
                          <a:pt x="7061557" y="9086"/>
                          <a:pt x="7267497" y="0"/>
                        </a:cubicBezTo>
                        <a:cubicBezTo>
                          <a:pt x="7473437" y="-9086"/>
                          <a:pt x="7618214" y="16848"/>
                          <a:pt x="7750407" y="0"/>
                        </a:cubicBezTo>
                        <a:cubicBezTo>
                          <a:pt x="7882600" y="-16848"/>
                          <a:pt x="8156801" y="57895"/>
                          <a:pt x="8459867" y="0"/>
                        </a:cubicBezTo>
                        <a:cubicBezTo>
                          <a:pt x="8762933" y="-57895"/>
                          <a:pt x="8800897" y="52657"/>
                          <a:pt x="8942777" y="0"/>
                        </a:cubicBezTo>
                        <a:cubicBezTo>
                          <a:pt x="9084657" y="-52657"/>
                          <a:pt x="9551186" y="15908"/>
                          <a:pt x="9765513" y="0"/>
                        </a:cubicBezTo>
                        <a:cubicBezTo>
                          <a:pt x="9979840" y="-15908"/>
                          <a:pt x="10213960" y="26999"/>
                          <a:pt x="10588248" y="0"/>
                        </a:cubicBezTo>
                        <a:cubicBezTo>
                          <a:pt x="10962536" y="-26999"/>
                          <a:pt x="10964858" y="21158"/>
                          <a:pt x="11327518" y="0"/>
                        </a:cubicBezTo>
                        <a:cubicBezTo>
                          <a:pt x="11329404" y="204381"/>
                          <a:pt x="11289217" y="381973"/>
                          <a:pt x="11327518" y="526575"/>
                        </a:cubicBezTo>
                        <a:cubicBezTo>
                          <a:pt x="11365819" y="671178"/>
                          <a:pt x="11303432" y="760079"/>
                          <a:pt x="11327518" y="936134"/>
                        </a:cubicBezTo>
                        <a:cubicBezTo>
                          <a:pt x="11351604" y="1112189"/>
                          <a:pt x="11297919" y="1245027"/>
                          <a:pt x="11327518" y="1404201"/>
                        </a:cubicBezTo>
                        <a:cubicBezTo>
                          <a:pt x="11357117" y="1563375"/>
                          <a:pt x="11301602" y="1789758"/>
                          <a:pt x="11327518" y="2047793"/>
                        </a:cubicBezTo>
                        <a:cubicBezTo>
                          <a:pt x="11353434" y="2305828"/>
                          <a:pt x="11265423" y="2366097"/>
                          <a:pt x="11327518" y="2574369"/>
                        </a:cubicBezTo>
                        <a:cubicBezTo>
                          <a:pt x="11389613" y="2782641"/>
                          <a:pt x="11298050" y="2885977"/>
                          <a:pt x="11327518" y="3042436"/>
                        </a:cubicBezTo>
                        <a:cubicBezTo>
                          <a:pt x="11356986" y="3198895"/>
                          <a:pt x="11263295" y="3536795"/>
                          <a:pt x="11327518" y="3686028"/>
                        </a:cubicBezTo>
                        <a:cubicBezTo>
                          <a:pt x="11391741" y="3835261"/>
                          <a:pt x="11265829" y="4108878"/>
                          <a:pt x="11327518" y="4271112"/>
                        </a:cubicBezTo>
                        <a:cubicBezTo>
                          <a:pt x="11389207" y="4433346"/>
                          <a:pt x="11286850" y="4673434"/>
                          <a:pt x="11327518" y="4856196"/>
                        </a:cubicBezTo>
                        <a:cubicBezTo>
                          <a:pt x="11368186" y="5038958"/>
                          <a:pt x="11295571" y="5472768"/>
                          <a:pt x="11327518" y="5850838"/>
                        </a:cubicBezTo>
                        <a:cubicBezTo>
                          <a:pt x="11111307" y="5854150"/>
                          <a:pt x="10831911" y="5818363"/>
                          <a:pt x="10618058" y="5850838"/>
                        </a:cubicBezTo>
                        <a:cubicBezTo>
                          <a:pt x="10404205" y="5883313"/>
                          <a:pt x="10429394" y="5845042"/>
                          <a:pt x="10248423" y="5850838"/>
                        </a:cubicBezTo>
                        <a:cubicBezTo>
                          <a:pt x="10067452" y="5856634"/>
                          <a:pt x="9754262" y="5801999"/>
                          <a:pt x="9538963" y="5850838"/>
                        </a:cubicBezTo>
                        <a:cubicBezTo>
                          <a:pt x="9323664" y="5899677"/>
                          <a:pt x="9361173" y="5826118"/>
                          <a:pt x="9282603" y="5850838"/>
                        </a:cubicBezTo>
                        <a:cubicBezTo>
                          <a:pt x="9204033" y="5875558"/>
                          <a:pt x="8854828" y="5769311"/>
                          <a:pt x="8573143" y="5850838"/>
                        </a:cubicBezTo>
                        <a:cubicBezTo>
                          <a:pt x="8291458" y="5932365"/>
                          <a:pt x="8290328" y="5811605"/>
                          <a:pt x="8203508" y="5850838"/>
                        </a:cubicBezTo>
                        <a:cubicBezTo>
                          <a:pt x="8116688" y="5890071"/>
                          <a:pt x="8057882" y="5831319"/>
                          <a:pt x="7947148" y="5850838"/>
                        </a:cubicBezTo>
                        <a:cubicBezTo>
                          <a:pt x="7836414" y="5870357"/>
                          <a:pt x="7730897" y="5812334"/>
                          <a:pt x="7577513" y="5850838"/>
                        </a:cubicBezTo>
                        <a:cubicBezTo>
                          <a:pt x="7424129" y="5889342"/>
                          <a:pt x="7192735" y="5821747"/>
                          <a:pt x="6868053" y="5850838"/>
                        </a:cubicBezTo>
                        <a:cubicBezTo>
                          <a:pt x="6543371" y="5879929"/>
                          <a:pt x="6663453" y="5837340"/>
                          <a:pt x="6498418" y="5850838"/>
                        </a:cubicBezTo>
                        <a:cubicBezTo>
                          <a:pt x="6333383" y="5864336"/>
                          <a:pt x="6333602" y="5842292"/>
                          <a:pt x="6242059" y="5850838"/>
                        </a:cubicBezTo>
                        <a:cubicBezTo>
                          <a:pt x="6150516" y="5859384"/>
                          <a:pt x="6020687" y="5825363"/>
                          <a:pt x="5872424" y="5850838"/>
                        </a:cubicBezTo>
                        <a:cubicBezTo>
                          <a:pt x="5724161" y="5876313"/>
                          <a:pt x="5575375" y="5837302"/>
                          <a:pt x="5389514" y="5850838"/>
                        </a:cubicBezTo>
                        <a:cubicBezTo>
                          <a:pt x="5203653" y="5864374"/>
                          <a:pt x="4926543" y="5825923"/>
                          <a:pt x="4793329" y="5850838"/>
                        </a:cubicBezTo>
                        <a:cubicBezTo>
                          <a:pt x="4660116" y="5875753"/>
                          <a:pt x="4540325" y="5848753"/>
                          <a:pt x="4423694" y="5850838"/>
                        </a:cubicBezTo>
                        <a:cubicBezTo>
                          <a:pt x="4307063" y="5852923"/>
                          <a:pt x="3918926" y="5782362"/>
                          <a:pt x="3600958" y="5850838"/>
                        </a:cubicBezTo>
                        <a:cubicBezTo>
                          <a:pt x="3282990" y="5919314"/>
                          <a:pt x="3205131" y="5781166"/>
                          <a:pt x="3004773" y="5850838"/>
                        </a:cubicBezTo>
                        <a:cubicBezTo>
                          <a:pt x="2804415" y="5920510"/>
                          <a:pt x="2430364" y="5791142"/>
                          <a:pt x="2182038" y="5850838"/>
                        </a:cubicBezTo>
                        <a:cubicBezTo>
                          <a:pt x="1933712" y="5910534"/>
                          <a:pt x="1721636" y="5784395"/>
                          <a:pt x="1472577" y="5850838"/>
                        </a:cubicBezTo>
                        <a:cubicBezTo>
                          <a:pt x="1223518" y="5917281"/>
                          <a:pt x="1109801" y="5807946"/>
                          <a:pt x="989667" y="5850838"/>
                        </a:cubicBezTo>
                        <a:cubicBezTo>
                          <a:pt x="869533" y="5893730"/>
                          <a:pt x="205328" y="5801417"/>
                          <a:pt x="0" y="5850838"/>
                        </a:cubicBezTo>
                        <a:cubicBezTo>
                          <a:pt x="-47768" y="5640259"/>
                          <a:pt x="9501" y="5481500"/>
                          <a:pt x="0" y="5382771"/>
                        </a:cubicBezTo>
                        <a:cubicBezTo>
                          <a:pt x="-9501" y="5284042"/>
                          <a:pt x="61414" y="5039869"/>
                          <a:pt x="0" y="4797687"/>
                        </a:cubicBezTo>
                        <a:cubicBezTo>
                          <a:pt x="-61414" y="4555505"/>
                          <a:pt x="17056" y="4422475"/>
                          <a:pt x="0" y="4095587"/>
                        </a:cubicBezTo>
                        <a:cubicBezTo>
                          <a:pt x="-17056" y="3768699"/>
                          <a:pt x="35192" y="3648981"/>
                          <a:pt x="0" y="3393486"/>
                        </a:cubicBezTo>
                        <a:cubicBezTo>
                          <a:pt x="-35192" y="3137991"/>
                          <a:pt x="33394" y="3043799"/>
                          <a:pt x="0" y="2749894"/>
                        </a:cubicBezTo>
                        <a:cubicBezTo>
                          <a:pt x="-33394" y="2455989"/>
                          <a:pt x="74061" y="2397224"/>
                          <a:pt x="0" y="2106302"/>
                        </a:cubicBezTo>
                        <a:cubicBezTo>
                          <a:pt x="-74061" y="1815380"/>
                          <a:pt x="61623" y="1626672"/>
                          <a:pt x="0" y="1462710"/>
                        </a:cubicBezTo>
                        <a:cubicBezTo>
                          <a:pt x="-61623" y="1298748"/>
                          <a:pt x="8561" y="1145488"/>
                          <a:pt x="0" y="994642"/>
                        </a:cubicBezTo>
                        <a:cubicBezTo>
                          <a:pt x="-8561" y="843796"/>
                          <a:pt x="79509" y="25923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323259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E38676A9-791B-4BB8-8F7A-AA54D281E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1720" y="534358"/>
            <a:ext cx="11208558" cy="5789282"/>
          </a:xfrm>
          <a:prstGeom prst="rect">
            <a:avLst/>
          </a:prstGeom>
          <a:ln w="76200" cmpd="thinThick">
            <a:solidFill>
              <a:schemeClr val="tx1">
                <a:lumMod val="50000"/>
                <a:lumOff val="5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327518"/>
                      <a:gd name="connsiteY0" fmla="*/ 0 h 5850838"/>
                      <a:gd name="connsiteX1" fmla="*/ 596185 w 11327518"/>
                      <a:gd name="connsiteY1" fmla="*/ 0 h 5850838"/>
                      <a:gd name="connsiteX2" fmla="*/ 852545 w 11327518"/>
                      <a:gd name="connsiteY2" fmla="*/ 0 h 5850838"/>
                      <a:gd name="connsiteX3" fmla="*/ 1562005 w 11327518"/>
                      <a:gd name="connsiteY3" fmla="*/ 0 h 5850838"/>
                      <a:gd name="connsiteX4" fmla="*/ 1818365 w 11327518"/>
                      <a:gd name="connsiteY4" fmla="*/ 0 h 5850838"/>
                      <a:gd name="connsiteX5" fmla="*/ 2414550 w 11327518"/>
                      <a:gd name="connsiteY5" fmla="*/ 0 h 5850838"/>
                      <a:gd name="connsiteX6" fmla="*/ 3237285 w 11327518"/>
                      <a:gd name="connsiteY6" fmla="*/ 0 h 5850838"/>
                      <a:gd name="connsiteX7" fmla="*/ 4060021 w 11327518"/>
                      <a:gd name="connsiteY7" fmla="*/ 0 h 5850838"/>
                      <a:gd name="connsiteX8" fmla="*/ 4769481 w 11327518"/>
                      <a:gd name="connsiteY8" fmla="*/ 0 h 5850838"/>
                      <a:gd name="connsiteX9" fmla="*/ 5252391 w 11327518"/>
                      <a:gd name="connsiteY9" fmla="*/ 0 h 5850838"/>
                      <a:gd name="connsiteX10" fmla="*/ 5508751 w 11327518"/>
                      <a:gd name="connsiteY10" fmla="*/ 0 h 5850838"/>
                      <a:gd name="connsiteX11" fmla="*/ 5991661 w 11327518"/>
                      <a:gd name="connsiteY11" fmla="*/ 0 h 5850838"/>
                      <a:gd name="connsiteX12" fmla="*/ 6701121 w 11327518"/>
                      <a:gd name="connsiteY12" fmla="*/ 0 h 5850838"/>
                      <a:gd name="connsiteX13" fmla="*/ 7523857 w 11327518"/>
                      <a:gd name="connsiteY13" fmla="*/ 0 h 5850838"/>
                      <a:gd name="connsiteX14" fmla="*/ 7780216 w 11327518"/>
                      <a:gd name="connsiteY14" fmla="*/ 0 h 5850838"/>
                      <a:gd name="connsiteX15" fmla="*/ 8036576 w 11327518"/>
                      <a:gd name="connsiteY15" fmla="*/ 0 h 5850838"/>
                      <a:gd name="connsiteX16" fmla="*/ 8859311 w 11327518"/>
                      <a:gd name="connsiteY16" fmla="*/ 0 h 5850838"/>
                      <a:gd name="connsiteX17" fmla="*/ 9115671 w 11327518"/>
                      <a:gd name="connsiteY17" fmla="*/ 0 h 5850838"/>
                      <a:gd name="connsiteX18" fmla="*/ 9711856 w 11327518"/>
                      <a:gd name="connsiteY18" fmla="*/ 0 h 5850838"/>
                      <a:gd name="connsiteX19" fmla="*/ 10081491 w 11327518"/>
                      <a:gd name="connsiteY19" fmla="*/ 0 h 5850838"/>
                      <a:gd name="connsiteX20" fmla="*/ 10451126 w 11327518"/>
                      <a:gd name="connsiteY20" fmla="*/ 0 h 5850838"/>
                      <a:gd name="connsiteX21" fmla="*/ 11327518 w 11327518"/>
                      <a:gd name="connsiteY21" fmla="*/ 0 h 5850838"/>
                      <a:gd name="connsiteX22" fmla="*/ 11327518 w 11327518"/>
                      <a:gd name="connsiteY22" fmla="*/ 468067 h 5850838"/>
                      <a:gd name="connsiteX23" fmla="*/ 11327518 w 11327518"/>
                      <a:gd name="connsiteY23" fmla="*/ 877626 h 5850838"/>
                      <a:gd name="connsiteX24" fmla="*/ 11327518 w 11327518"/>
                      <a:gd name="connsiteY24" fmla="*/ 1462710 h 5850838"/>
                      <a:gd name="connsiteX25" fmla="*/ 11327518 w 11327518"/>
                      <a:gd name="connsiteY25" fmla="*/ 1989285 h 5850838"/>
                      <a:gd name="connsiteX26" fmla="*/ 11327518 w 11327518"/>
                      <a:gd name="connsiteY26" fmla="*/ 2515860 h 5850838"/>
                      <a:gd name="connsiteX27" fmla="*/ 11327518 w 11327518"/>
                      <a:gd name="connsiteY27" fmla="*/ 3042436 h 5850838"/>
                      <a:gd name="connsiteX28" fmla="*/ 11327518 w 11327518"/>
                      <a:gd name="connsiteY28" fmla="*/ 3451994 h 5850838"/>
                      <a:gd name="connsiteX29" fmla="*/ 11327518 w 11327518"/>
                      <a:gd name="connsiteY29" fmla="*/ 4154095 h 5850838"/>
                      <a:gd name="connsiteX30" fmla="*/ 11327518 w 11327518"/>
                      <a:gd name="connsiteY30" fmla="*/ 4856196 h 5850838"/>
                      <a:gd name="connsiteX31" fmla="*/ 11327518 w 11327518"/>
                      <a:gd name="connsiteY31" fmla="*/ 5265754 h 5850838"/>
                      <a:gd name="connsiteX32" fmla="*/ 11327518 w 11327518"/>
                      <a:gd name="connsiteY32" fmla="*/ 5850838 h 5850838"/>
                      <a:gd name="connsiteX33" fmla="*/ 10731333 w 11327518"/>
                      <a:gd name="connsiteY33" fmla="*/ 5850838 h 5850838"/>
                      <a:gd name="connsiteX34" fmla="*/ 10361698 w 11327518"/>
                      <a:gd name="connsiteY34" fmla="*/ 5850838 h 5850838"/>
                      <a:gd name="connsiteX35" fmla="*/ 9878788 w 11327518"/>
                      <a:gd name="connsiteY35" fmla="*/ 5850838 h 5850838"/>
                      <a:gd name="connsiteX36" fmla="*/ 9282603 w 11327518"/>
                      <a:gd name="connsiteY36" fmla="*/ 5850838 h 5850838"/>
                      <a:gd name="connsiteX37" fmla="*/ 8686418 w 11327518"/>
                      <a:gd name="connsiteY37" fmla="*/ 5850838 h 5850838"/>
                      <a:gd name="connsiteX38" fmla="*/ 7976957 w 11327518"/>
                      <a:gd name="connsiteY38" fmla="*/ 5850838 h 5850838"/>
                      <a:gd name="connsiteX39" fmla="*/ 7607323 w 11327518"/>
                      <a:gd name="connsiteY39" fmla="*/ 5850838 h 5850838"/>
                      <a:gd name="connsiteX40" fmla="*/ 7237688 w 11327518"/>
                      <a:gd name="connsiteY40" fmla="*/ 5850838 h 5850838"/>
                      <a:gd name="connsiteX41" fmla="*/ 6414952 w 11327518"/>
                      <a:gd name="connsiteY41" fmla="*/ 5850838 h 5850838"/>
                      <a:gd name="connsiteX42" fmla="*/ 5592217 w 11327518"/>
                      <a:gd name="connsiteY42" fmla="*/ 5850838 h 5850838"/>
                      <a:gd name="connsiteX43" fmla="*/ 4996032 w 11327518"/>
                      <a:gd name="connsiteY43" fmla="*/ 5850838 h 5850838"/>
                      <a:gd name="connsiteX44" fmla="*/ 4739672 w 11327518"/>
                      <a:gd name="connsiteY44" fmla="*/ 5850838 h 5850838"/>
                      <a:gd name="connsiteX45" fmla="*/ 4483312 w 11327518"/>
                      <a:gd name="connsiteY45" fmla="*/ 5850838 h 5850838"/>
                      <a:gd name="connsiteX46" fmla="*/ 3660577 w 11327518"/>
                      <a:gd name="connsiteY46" fmla="*/ 5850838 h 5850838"/>
                      <a:gd name="connsiteX47" fmla="*/ 3177667 w 11327518"/>
                      <a:gd name="connsiteY47" fmla="*/ 5850838 h 5850838"/>
                      <a:gd name="connsiteX48" fmla="*/ 2354931 w 11327518"/>
                      <a:gd name="connsiteY48" fmla="*/ 5850838 h 5850838"/>
                      <a:gd name="connsiteX49" fmla="*/ 1758746 w 11327518"/>
                      <a:gd name="connsiteY49" fmla="*/ 5850838 h 5850838"/>
                      <a:gd name="connsiteX50" fmla="*/ 1502387 w 11327518"/>
                      <a:gd name="connsiteY50" fmla="*/ 5850838 h 5850838"/>
                      <a:gd name="connsiteX51" fmla="*/ 1132752 w 11327518"/>
                      <a:gd name="connsiteY51" fmla="*/ 5850838 h 5850838"/>
                      <a:gd name="connsiteX52" fmla="*/ 649842 w 11327518"/>
                      <a:gd name="connsiteY52" fmla="*/ 5850838 h 5850838"/>
                      <a:gd name="connsiteX53" fmla="*/ 0 w 11327518"/>
                      <a:gd name="connsiteY53" fmla="*/ 5850838 h 5850838"/>
                      <a:gd name="connsiteX54" fmla="*/ 0 w 11327518"/>
                      <a:gd name="connsiteY54" fmla="*/ 5207246 h 5850838"/>
                      <a:gd name="connsiteX55" fmla="*/ 0 w 11327518"/>
                      <a:gd name="connsiteY55" fmla="*/ 4680670 h 5850838"/>
                      <a:gd name="connsiteX56" fmla="*/ 0 w 11327518"/>
                      <a:gd name="connsiteY56" fmla="*/ 4271112 h 5850838"/>
                      <a:gd name="connsiteX57" fmla="*/ 0 w 11327518"/>
                      <a:gd name="connsiteY57" fmla="*/ 3569011 h 5850838"/>
                      <a:gd name="connsiteX58" fmla="*/ 0 w 11327518"/>
                      <a:gd name="connsiteY58" fmla="*/ 3159453 h 5850838"/>
                      <a:gd name="connsiteX59" fmla="*/ 0 w 11327518"/>
                      <a:gd name="connsiteY59" fmla="*/ 2574369 h 5850838"/>
                      <a:gd name="connsiteX60" fmla="*/ 0 w 11327518"/>
                      <a:gd name="connsiteY60" fmla="*/ 1872268 h 5850838"/>
                      <a:gd name="connsiteX61" fmla="*/ 0 w 11327518"/>
                      <a:gd name="connsiteY61" fmla="*/ 1170168 h 5850838"/>
                      <a:gd name="connsiteX62" fmla="*/ 0 w 11327518"/>
                      <a:gd name="connsiteY62" fmla="*/ 526575 h 5850838"/>
                      <a:gd name="connsiteX63" fmla="*/ 0 w 11327518"/>
                      <a:gd name="connsiteY63" fmla="*/ 0 h 58508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</a:cxnLst>
                    <a:rect l="l" t="t" r="r" b="b"/>
                    <a:pathLst>
                      <a:path w="11327518" h="5850838" fill="none" extrusionOk="0">
                        <a:moveTo>
                          <a:pt x="0" y="0"/>
                        </a:moveTo>
                        <a:cubicBezTo>
                          <a:pt x="199623" y="-38443"/>
                          <a:pt x="325669" y="57039"/>
                          <a:pt x="596185" y="0"/>
                        </a:cubicBezTo>
                        <a:cubicBezTo>
                          <a:pt x="866701" y="-57039"/>
                          <a:pt x="787814" y="30420"/>
                          <a:pt x="852545" y="0"/>
                        </a:cubicBezTo>
                        <a:cubicBezTo>
                          <a:pt x="917276" y="-30420"/>
                          <a:pt x="1407839" y="47840"/>
                          <a:pt x="1562005" y="0"/>
                        </a:cubicBezTo>
                        <a:cubicBezTo>
                          <a:pt x="1716171" y="-47840"/>
                          <a:pt x="1731284" y="20803"/>
                          <a:pt x="1818365" y="0"/>
                        </a:cubicBezTo>
                        <a:cubicBezTo>
                          <a:pt x="1905446" y="-20803"/>
                          <a:pt x="2249380" y="26975"/>
                          <a:pt x="2414550" y="0"/>
                        </a:cubicBezTo>
                        <a:cubicBezTo>
                          <a:pt x="2579720" y="-26975"/>
                          <a:pt x="2915166" y="64698"/>
                          <a:pt x="3237285" y="0"/>
                        </a:cubicBezTo>
                        <a:cubicBezTo>
                          <a:pt x="3559405" y="-64698"/>
                          <a:pt x="3882863" y="66094"/>
                          <a:pt x="4060021" y="0"/>
                        </a:cubicBezTo>
                        <a:cubicBezTo>
                          <a:pt x="4237179" y="-66094"/>
                          <a:pt x="4467026" y="6500"/>
                          <a:pt x="4769481" y="0"/>
                        </a:cubicBezTo>
                        <a:cubicBezTo>
                          <a:pt x="5071936" y="-6500"/>
                          <a:pt x="5093310" y="50141"/>
                          <a:pt x="5252391" y="0"/>
                        </a:cubicBezTo>
                        <a:cubicBezTo>
                          <a:pt x="5411472" y="-50141"/>
                          <a:pt x="5436744" y="20958"/>
                          <a:pt x="5508751" y="0"/>
                        </a:cubicBezTo>
                        <a:cubicBezTo>
                          <a:pt x="5580758" y="-20958"/>
                          <a:pt x="5871744" y="16120"/>
                          <a:pt x="5991661" y="0"/>
                        </a:cubicBezTo>
                        <a:cubicBezTo>
                          <a:pt x="6111578" y="-16120"/>
                          <a:pt x="6531829" y="10514"/>
                          <a:pt x="6701121" y="0"/>
                        </a:cubicBezTo>
                        <a:cubicBezTo>
                          <a:pt x="6870413" y="-10514"/>
                          <a:pt x="7297743" y="27207"/>
                          <a:pt x="7523857" y="0"/>
                        </a:cubicBezTo>
                        <a:cubicBezTo>
                          <a:pt x="7749971" y="-27207"/>
                          <a:pt x="7695579" y="24095"/>
                          <a:pt x="7780216" y="0"/>
                        </a:cubicBezTo>
                        <a:cubicBezTo>
                          <a:pt x="7864853" y="-24095"/>
                          <a:pt x="7908775" y="28511"/>
                          <a:pt x="8036576" y="0"/>
                        </a:cubicBezTo>
                        <a:cubicBezTo>
                          <a:pt x="8164377" y="-28511"/>
                          <a:pt x="8574440" y="58668"/>
                          <a:pt x="8859311" y="0"/>
                        </a:cubicBezTo>
                        <a:cubicBezTo>
                          <a:pt x="9144182" y="-58668"/>
                          <a:pt x="8995791" y="2810"/>
                          <a:pt x="9115671" y="0"/>
                        </a:cubicBezTo>
                        <a:cubicBezTo>
                          <a:pt x="9235551" y="-2810"/>
                          <a:pt x="9498764" y="57817"/>
                          <a:pt x="9711856" y="0"/>
                        </a:cubicBezTo>
                        <a:cubicBezTo>
                          <a:pt x="9924949" y="-57817"/>
                          <a:pt x="9902014" y="42847"/>
                          <a:pt x="10081491" y="0"/>
                        </a:cubicBezTo>
                        <a:cubicBezTo>
                          <a:pt x="10260968" y="-42847"/>
                          <a:pt x="10339792" y="22130"/>
                          <a:pt x="10451126" y="0"/>
                        </a:cubicBezTo>
                        <a:cubicBezTo>
                          <a:pt x="10562461" y="-22130"/>
                          <a:pt x="11121904" y="104730"/>
                          <a:pt x="11327518" y="0"/>
                        </a:cubicBezTo>
                        <a:cubicBezTo>
                          <a:pt x="11349373" y="158838"/>
                          <a:pt x="11271907" y="341595"/>
                          <a:pt x="11327518" y="468067"/>
                        </a:cubicBezTo>
                        <a:cubicBezTo>
                          <a:pt x="11383129" y="594539"/>
                          <a:pt x="11290595" y="699903"/>
                          <a:pt x="11327518" y="877626"/>
                        </a:cubicBezTo>
                        <a:cubicBezTo>
                          <a:pt x="11364441" y="1055349"/>
                          <a:pt x="11311139" y="1291464"/>
                          <a:pt x="11327518" y="1462710"/>
                        </a:cubicBezTo>
                        <a:cubicBezTo>
                          <a:pt x="11343897" y="1633956"/>
                          <a:pt x="11294761" y="1835313"/>
                          <a:pt x="11327518" y="1989285"/>
                        </a:cubicBezTo>
                        <a:cubicBezTo>
                          <a:pt x="11360275" y="2143258"/>
                          <a:pt x="11268549" y="2293901"/>
                          <a:pt x="11327518" y="2515860"/>
                        </a:cubicBezTo>
                        <a:cubicBezTo>
                          <a:pt x="11386487" y="2737820"/>
                          <a:pt x="11281097" y="2825914"/>
                          <a:pt x="11327518" y="3042436"/>
                        </a:cubicBezTo>
                        <a:cubicBezTo>
                          <a:pt x="11373939" y="3258958"/>
                          <a:pt x="11295965" y="3331182"/>
                          <a:pt x="11327518" y="3451994"/>
                        </a:cubicBezTo>
                        <a:cubicBezTo>
                          <a:pt x="11359071" y="3572806"/>
                          <a:pt x="11274012" y="3937258"/>
                          <a:pt x="11327518" y="4154095"/>
                        </a:cubicBezTo>
                        <a:cubicBezTo>
                          <a:pt x="11381024" y="4370932"/>
                          <a:pt x="11290036" y="4655051"/>
                          <a:pt x="11327518" y="4856196"/>
                        </a:cubicBezTo>
                        <a:cubicBezTo>
                          <a:pt x="11365000" y="5057341"/>
                          <a:pt x="11326694" y="5162254"/>
                          <a:pt x="11327518" y="5265754"/>
                        </a:cubicBezTo>
                        <a:cubicBezTo>
                          <a:pt x="11328342" y="5369254"/>
                          <a:pt x="11321784" y="5710376"/>
                          <a:pt x="11327518" y="5850838"/>
                        </a:cubicBezTo>
                        <a:cubicBezTo>
                          <a:pt x="11072871" y="5862066"/>
                          <a:pt x="10962964" y="5846984"/>
                          <a:pt x="10731333" y="5850838"/>
                        </a:cubicBezTo>
                        <a:cubicBezTo>
                          <a:pt x="10499702" y="5854692"/>
                          <a:pt x="10526837" y="5846583"/>
                          <a:pt x="10361698" y="5850838"/>
                        </a:cubicBezTo>
                        <a:cubicBezTo>
                          <a:pt x="10196559" y="5855093"/>
                          <a:pt x="10057834" y="5830159"/>
                          <a:pt x="9878788" y="5850838"/>
                        </a:cubicBezTo>
                        <a:cubicBezTo>
                          <a:pt x="9699742" y="5871517"/>
                          <a:pt x="9550020" y="5787227"/>
                          <a:pt x="9282603" y="5850838"/>
                        </a:cubicBezTo>
                        <a:cubicBezTo>
                          <a:pt x="9015187" y="5914449"/>
                          <a:pt x="8809030" y="5811108"/>
                          <a:pt x="8686418" y="5850838"/>
                        </a:cubicBezTo>
                        <a:cubicBezTo>
                          <a:pt x="8563807" y="5890568"/>
                          <a:pt x="8300289" y="5835449"/>
                          <a:pt x="7976957" y="5850838"/>
                        </a:cubicBezTo>
                        <a:cubicBezTo>
                          <a:pt x="7653625" y="5866227"/>
                          <a:pt x="7763164" y="5821858"/>
                          <a:pt x="7607323" y="5850838"/>
                        </a:cubicBezTo>
                        <a:cubicBezTo>
                          <a:pt x="7451482" y="5879818"/>
                          <a:pt x="7369641" y="5823798"/>
                          <a:pt x="7237688" y="5850838"/>
                        </a:cubicBezTo>
                        <a:cubicBezTo>
                          <a:pt x="7105735" y="5877878"/>
                          <a:pt x="6614599" y="5773841"/>
                          <a:pt x="6414952" y="5850838"/>
                        </a:cubicBezTo>
                        <a:cubicBezTo>
                          <a:pt x="6215305" y="5927835"/>
                          <a:pt x="5870983" y="5845212"/>
                          <a:pt x="5592217" y="5850838"/>
                        </a:cubicBezTo>
                        <a:cubicBezTo>
                          <a:pt x="5313451" y="5856464"/>
                          <a:pt x="5130990" y="5785107"/>
                          <a:pt x="4996032" y="5850838"/>
                        </a:cubicBezTo>
                        <a:cubicBezTo>
                          <a:pt x="4861074" y="5916569"/>
                          <a:pt x="4798691" y="5847178"/>
                          <a:pt x="4739672" y="5850838"/>
                        </a:cubicBezTo>
                        <a:cubicBezTo>
                          <a:pt x="4680653" y="5854498"/>
                          <a:pt x="4582011" y="5838269"/>
                          <a:pt x="4483312" y="5850838"/>
                        </a:cubicBezTo>
                        <a:cubicBezTo>
                          <a:pt x="4384613" y="5863407"/>
                          <a:pt x="3858308" y="5760206"/>
                          <a:pt x="3660577" y="5850838"/>
                        </a:cubicBezTo>
                        <a:cubicBezTo>
                          <a:pt x="3462847" y="5941470"/>
                          <a:pt x="3331316" y="5821704"/>
                          <a:pt x="3177667" y="5850838"/>
                        </a:cubicBezTo>
                        <a:cubicBezTo>
                          <a:pt x="3024018" y="5879972"/>
                          <a:pt x="2605027" y="5800646"/>
                          <a:pt x="2354931" y="5850838"/>
                        </a:cubicBezTo>
                        <a:cubicBezTo>
                          <a:pt x="2104835" y="5901030"/>
                          <a:pt x="1968527" y="5805912"/>
                          <a:pt x="1758746" y="5850838"/>
                        </a:cubicBezTo>
                        <a:cubicBezTo>
                          <a:pt x="1548965" y="5895764"/>
                          <a:pt x="1627155" y="5831445"/>
                          <a:pt x="1502387" y="5850838"/>
                        </a:cubicBezTo>
                        <a:cubicBezTo>
                          <a:pt x="1377619" y="5870231"/>
                          <a:pt x="1243411" y="5808250"/>
                          <a:pt x="1132752" y="5850838"/>
                        </a:cubicBezTo>
                        <a:cubicBezTo>
                          <a:pt x="1022093" y="5893426"/>
                          <a:pt x="841842" y="5813802"/>
                          <a:pt x="649842" y="5850838"/>
                        </a:cubicBezTo>
                        <a:cubicBezTo>
                          <a:pt x="457842" y="5887874"/>
                          <a:pt x="316547" y="5817400"/>
                          <a:pt x="0" y="5850838"/>
                        </a:cubicBezTo>
                        <a:cubicBezTo>
                          <a:pt x="-23010" y="5667982"/>
                          <a:pt x="26371" y="5376550"/>
                          <a:pt x="0" y="5207246"/>
                        </a:cubicBezTo>
                        <a:cubicBezTo>
                          <a:pt x="-26371" y="5037942"/>
                          <a:pt x="52499" y="4836475"/>
                          <a:pt x="0" y="4680670"/>
                        </a:cubicBezTo>
                        <a:cubicBezTo>
                          <a:pt x="-52499" y="4524865"/>
                          <a:pt x="38164" y="4424291"/>
                          <a:pt x="0" y="4271112"/>
                        </a:cubicBezTo>
                        <a:cubicBezTo>
                          <a:pt x="-38164" y="4117933"/>
                          <a:pt x="13038" y="3901346"/>
                          <a:pt x="0" y="3569011"/>
                        </a:cubicBezTo>
                        <a:cubicBezTo>
                          <a:pt x="-13038" y="3236676"/>
                          <a:pt x="26246" y="3283733"/>
                          <a:pt x="0" y="3159453"/>
                        </a:cubicBezTo>
                        <a:cubicBezTo>
                          <a:pt x="-26246" y="3035173"/>
                          <a:pt x="16811" y="2759597"/>
                          <a:pt x="0" y="2574369"/>
                        </a:cubicBezTo>
                        <a:cubicBezTo>
                          <a:pt x="-16811" y="2389141"/>
                          <a:pt x="25008" y="2066581"/>
                          <a:pt x="0" y="1872268"/>
                        </a:cubicBezTo>
                        <a:cubicBezTo>
                          <a:pt x="-25008" y="1677955"/>
                          <a:pt x="19918" y="1408387"/>
                          <a:pt x="0" y="1170168"/>
                        </a:cubicBezTo>
                        <a:cubicBezTo>
                          <a:pt x="-19918" y="931949"/>
                          <a:pt x="41231" y="841743"/>
                          <a:pt x="0" y="526575"/>
                        </a:cubicBezTo>
                        <a:cubicBezTo>
                          <a:pt x="-41231" y="211407"/>
                          <a:pt x="52995" y="160001"/>
                          <a:pt x="0" y="0"/>
                        </a:cubicBezTo>
                        <a:close/>
                      </a:path>
                      <a:path w="11327518" h="5850838" stroke="0" extrusionOk="0">
                        <a:moveTo>
                          <a:pt x="0" y="0"/>
                        </a:moveTo>
                        <a:cubicBezTo>
                          <a:pt x="190339" y="-52346"/>
                          <a:pt x="344887" y="51323"/>
                          <a:pt x="482910" y="0"/>
                        </a:cubicBezTo>
                        <a:cubicBezTo>
                          <a:pt x="620933" y="-51323"/>
                          <a:pt x="675871" y="19361"/>
                          <a:pt x="739270" y="0"/>
                        </a:cubicBezTo>
                        <a:cubicBezTo>
                          <a:pt x="802669" y="-19361"/>
                          <a:pt x="1325916" y="92536"/>
                          <a:pt x="1562005" y="0"/>
                        </a:cubicBezTo>
                        <a:cubicBezTo>
                          <a:pt x="1798094" y="-92536"/>
                          <a:pt x="1929995" y="27160"/>
                          <a:pt x="2044915" y="0"/>
                        </a:cubicBezTo>
                        <a:cubicBezTo>
                          <a:pt x="2159835" y="-27160"/>
                          <a:pt x="2302190" y="26229"/>
                          <a:pt x="2527825" y="0"/>
                        </a:cubicBezTo>
                        <a:cubicBezTo>
                          <a:pt x="2753460" y="-26229"/>
                          <a:pt x="3158478" y="63046"/>
                          <a:pt x="3350561" y="0"/>
                        </a:cubicBezTo>
                        <a:cubicBezTo>
                          <a:pt x="3542644" y="-63046"/>
                          <a:pt x="3595952" y="25830"/>
                          <a:pt x="3720195" y="0"/>
                        </a:cubicBezTo>
                        <a:cubicBezTo>
                          <a:pt x="3844438" y="-25830"/>
                          <a:pt x="4252403" y="57654"/>
                          <a:pt x="4542931" y="0"/>
                        </a:cubicBezTo>
                        <a:cubicBezTo>
                          <a:pt x="4833459" y="-57654"/>
                          <a:pt x="5188070" y="23753"/>
                          <a:pt x="5365666" y="0"/>
                        </a:cubicBezTo>
                        <a:cubicBezTo>
                          <a:pt x="5543262" y="-23753"/>
                          <a:pt x="5832864" y="57122"/>
                          <a:pt x="5961852" y="0"/>
                        </a:cubicBezTo>
                        <a:cubicBezTo>
                          <a:pt x="6090840" y="-57122"/>
                          <a:pt x="6563315" y="36277"/>
                          <a:pt x="6784587" y="0"/>
                        </a:cubicBezTo>
                        <a:cubicBezTo>
                          <a:pt x="7005859" y="-36277"/>
                          <a:pt x="7061557" y="9086"/>
                          <a:pt x="7267497" y="0"/>
                        </a:cubicBezTo>
                        <a:cubicBezTo>
                          <a:pt x="7473437" y="-9086"/>
                          <a:pt x="7618214" y="16848"/>
                          <a:pt x="7750407" y="0"/>
                        </a:cubicBezTo>
                        <a:cubicBezTo>
                          <a:pt x="7882600" y="-16848"/>
                          <a:pt x="8156801" y="57895"/>
                          <a:pt x="8459867" y="0"/>
                        </a:cubicBezTo>
                        <a:cubicBezTo>
                          <a:pt x="8762933" y="-57895"/>
                          <a:pt x="8800897" y="52657"/>
                          <a:pt x="8942777" y="0"/>
                        </a:cubicBezTo>
                        <a:cubicBezTo>
                          <a:pt x="9084657" y="-52657"/>
                          <a:pt x="9551186" y="15908"/>
                          <a:pt x="9765513" y="0"/>
                        </a:cubicBezTo>
                        <a:cubicBezTo>
                          <a:pt x="9979840" y="-15908"/>
                          <a:pt x="10213960" y="26999"/>
                          <a:pt x="10588248" y="0"/>
                        </a:cubicBezTo>
                        <a:cubicBezTo>
                          <a:pt x="10962536" y="-26999"/>
                          <a:pt x="10964858" y="21158"/>
                          <a:pt x="11327518" y="0"/>
                        </a:cubicBezTo>
                        <a:cubicBezTo>
                          <a:pt x="11329404" y="204381"/>
                          <a:pt x="11289217" y="381973"/>
                          <a:pt x="11327518" y="526575"/>
                        </a:cubicBezTo>
                        <a:cubicBezTo>
                          <a:pt x="11365819" y="671178"/>
                          <a:pt x="11303432" y="760079"/>
                          <a:pt x="11327518" y="936134"/>
                        </a:cubicBezTo>
                        <a:cubicBezTo>
                          <a:pt x="11351604" y="1112189"/>
                          <a:pt x="11297919" y="1245027"/>
                          <a:pt x="11327518" y="1404201"/>
                        </a:cubicBezTo>
                        <a:cubicBezTo>
                          <a:pt x="11357117" y="1563375"/>
                          <a:pt x="11301602" y="1789758"/>
                          <a:pt x="11327518" y="2047793"/>
                        </a:cubicBezTo>
                        <a:cubicBezTo>
                          <a:pt x="11353434" y="2305828"/>
                          <a:pt x="11265423" y="2366097"/>
                          <a:pt x="11327518" y="2574369"/>
                        </a:cubicBezTo>
                        <a:cubicBezTo>
                          <a:pt x="11389613" y="2782641"/>
                          <a:pt x="11298050" y="2885977"/>
                          <a:pt x="11327518" y="3042436"/>
                        </a:cubicBezTo>
                        <a:cubicBezTo>
                          <a:pt x="11356986" y="3198895"/>
                          <a:pt x="11263295" y="3536795"/>
                          <a:pt x="11327518" y="3686028"/>
                        </a:cubicBezTo>
                        <a:cubicBezTo>
                          <a:pt x="11391741" y="3835261"/>
                          <a:pt x="11265829" y="4108878"/>
                          <a:pt x="11327518" y="4271112"/>
                        </a:cubicBezTo>
                        <a:cubicBezTo>
                          <a:pt x="11389207" y="4433346"/>
                          <a:pt x="11286850" y="4673434"/>
                          <a:pt x="11327518" y="4856196"/>
                        </a:cubicBezTo>
                        <a:cubicBezTo>
                          <a:pt x="11368186" y="5038958"/>
                          <a:pt x="11295571" y="5472768"/>
                          <a:pt x="11327518" y="5850838"/>
                        </a:cubicBezTo>
                        <a:cubicBezTo>
                          <a:pt x="11111307" y="5854150"/>
                          <a:pt x="10831911" y="5818363"/>
                          <a:pt x="10618058" y="5850838"/>
                        </a:cubicBezTo>
                        <a:cubicBezTo>
                          <a:pt x="10404205" y="5883313"/>
                          <a:pt x="10429394" y="5845042"/>
                          <a:pt x="10248423" y="5850838"/>
                        </a:cubicBezTo>
                        <a:cubicBezTo>
                          <a:pt x="10067452" y="5856634"/>
                          <a:pt x="9754262" y="5801999"/>
                          <a:pt x="9538963" y="5850838"/>
                        </a:cubicBezTo>
                        <a:cubicBezTo>
                          <a:pt x="9323664" y="5899677"/>
                          <a:pt x="9361173" y="5826118"/>
                          <a:pt x="9282603" y="5850838"/>
                        </a:cubicBezTo>
                        <a:cubicBezTo>
                          <a:pt x="9204033" y="5875558"/>
                          <a:pt x="8854828" y="5769311"/>
                          <a:pt x="8573143" y="5850838"/>
                        </a:cubicBezTo>
                        <a:cubicBezTo>
                          <a:pt x="8291458" y="5932365"/>
                          <a:pt x="8290328" y="5811605"/>
                          <a:pt x="8203508" y="5850838"/>
                        </a:cubicBezTo>
                        <a:cubicBezTo>
                          <a:pt x="8116688" y="5890071"/>
                          <a:pt x="8057882" y="5831319"/>
                          <a:pt x="7947148" y="5850838"/>
                        </a:cubicBezTo>
                        <a:cubicBezTo>
                          <a:pt x="7836414" y="5870357"/>
                          <a:pt x="7730897" y="5812334"/>
                          <a:pt x="7577513" y="5850838"/>
                        </a:cubicBezTo>
                        <a:cubicBezTo>
                          <a:pt x="7424129" y="5889342"/>
                          <a:pt x="7192735" y="5821747"/>
                          <a:pt x="6868053" y="5850838"/>
                        </a:cubicBezTo>
                        <a:cubicBezTo>
                          <a:pt x="6543371" y="5879929"/>
                          <a:pt x="6663453" y="5837340"/>
                          <a:pt x="6498418" y="5850838"/>
                        </a:cubicBezTo>
                        <a:cubicBezTo>
                          <a:pt x="6333383" y="5864336"/>
                          <a:pt x="6333602" y="5842292"/>
                          <a:pt x="6242059" y="5850838"/>
                        </a:cubicBezTo>
                        <a:cubicBezTo>
                          <a:pt x="6150516" y="5859384"/>
                          <a:pt x="6020687" y="5825363"/>
                          <a:pt x="5872424" y="5850838"/>
                        </a:cubicBezTo>
                        <a:cubicBezTo>
                          <a:pt x="5724161" y="5876313"/>
                          <a:pt x="5575375" y="5837302"/>
                          <a:pt x="5389514" y="5850838"/>
                        </a:cubicBezTo>
                        <a:cubicBezTo>
                          <a:pt x="5203653" y="5864374"/>
                          <a:pt x="4926543" y="5825923"/>
                          <a:pt x="4793329" y="5850838"/>
                        </a:cubicBezTo>
                        <a:cubicBezTo>
                          <a:pt x="4660116" y="5875753"/>
                          <a:pt x="4540325" y="5848753"/>
                          <a:pt x="4423694" y="5850838"/>
                        </a:cubicBezTo>
                        <a:cubicBezTo>
                          <a:pt x="4307063" y="5852923"/>
                          <a:pt x="3918926" y="5782362"/>
                          <a:pt x="3600958" y="5850838"/>
                        </a:cubicBezTo>
                        <a:cubicBezTo>
                          <a:pt x="3282990" y="5919314"/>
                          <a:pt x="3205131" y="5781166"/>
                          <a:pt x="3004773" y="5850838"/>
                        </a:cubicBezTo>
                        <a:cubicBezTo>
                          <a:pt x="2804415" y="5920510"/>
                          <a:pt x="2430364" y="5791142"/>
                          <a:pt x="2182038" y="5850838"/>
                        </a:cubicBezTo>
                        <a:cubicBezTo>
                          <a:pt x="1933712" y="5910534"/>
                          <a:pt x="1721636" y="5784395"/>
                          <a:pt x="1472577" y="5850838"/>
                        </a:cubicBezTo>
                        <a:cubicBezTo>
                          <a:pt x="1223518" y="5917281"/>
                          <a:pt x="1109801" y="5807946"/>
                          <a:pt x="989667" y="5850838"/>
                        </a:cubicBezTo>
                        <a:cubicBezTo>
                          <a:pt x="869533" y="5893730"/>
                          <a:pt x="205328" y="5801417"/>
                          <a:pt x="0" y="5850838"/>
                        </a:cubicBezTo>
                        <a:cubicBezTo>
                          <a:pt x="-47768" y="5640259"/>
                          <a:pt x="9501" y="5481500"/>
                          <a:pt x="0" y="5382771"/>
                        </a:cubicBezTo>
                        <a:cubicBezTo>
                          <a:pt x="-9501" y="5284042"/>
                          <a:pt x="61414" y="5039869"/>
                          <a:pt x="0" y="4797687"/>
                        </a:cubicBezTo>
                        <a:cubicBezTo>
                          <a:pt x="-61414" y="4555505"/>
                          <a:pt x="17056" y="4422475"/>
                          <a:pt x="0" y="4095587"/>
                        </a:cubicBezTo>
                        <a:cubicBezTo>
                          <a:pt x="-17056" y="3768699"/>
                          <a:pt x="35192" y="3648981"/>
                          <a:pt x="0" y="3393486"/>
                        </a:cubicBezTo>
                        <a:cubicBezTo>
                          <a:pt x="-35192" y="3137991"/>
                          <a:pt x="33394" y="3043799"/>
                          <a:pt x="0" y="2749894"/>
                        </a:cubicBezTo>
                        <a:cubicBezTo>
                          <a:pt x="-33394" y="2455989"/>
                          <a:pt x="74061" y="2397224"/>
                          <a:pt x="0" y="2106302"/>
                        </a:cubicBezTo>
                        <a:cubicBezTo>
                          <a:pt x="-74061" y="1815380"/>
                          <a:pt x="61623" y="1626672"/>
                          <a:pt x="0" y="1462710"/>
                        </a:cubicBezTo>
                        <a:cubicBezTo>
                          <a:pt x="-61623" y="1298748"/>
                          <a:pt x="8561" y="1145488"/>
                          <a:pt x="0" y="994642"/>
                        </a:cubicBezTo>
                        <a:cubicBezTo>
                          <a:pt x="-8561" y="843796"/>
                          <a:pt x="79509" y="25923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2841560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E38676A9-791B-4BB8-8F7A-AA54D281E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1720" y="534358"/>
            <a:ext cx="11208558" cy="5789282"/>
          </a:xfrm>
          <a:prstGeom prst="rect">
            <a:avLst/>
          </a:prstGeom>
          <a:ln w="76200" cmpd="thinThick">
            <a:solidFill>
              <a:schemeClr val="tx1">
                <a:lumMod val="50000"/>
                <a:lumOff val="5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327518"/>
                      <a:gd name="connsiteY0" fmla="*/ 0 h 5850838"/>
                      <a:gd name="connsiteX1" fmla="*/ 596185 w 11327518"/>
                      <a:gd name="connsiteY1" fmla="*/ 0 h 5850838"/>
                      <a:gd name="connsiteX2" fmla="*/ 852545 w 11327518"/>
                      <a:gd name="connsiteY2" fmla="*/ 0 h 5850838"/>
                      <a:gd name="connsiteX3" fmla="*/ 1562005 w 11327518"/>
                      <a:gd name="connsiteY3" fmla="*/ 0 h 5850838"/>
                      <a:gd name="connsiteX4" fmla="*/ 1818365 w 11327518"/>
                      <a:gd name="connsiteY4" fmla="*/ 0 h 5850838"/>
                      <a:gd name="connsiteX5" fmla="*/ 2414550 w 11327518"/>
                      <a:gd name="connsiteY5" fmla="*/ 0 h 5850838"/>
                      <a:gd name="connsiteX6" fmla="*/ 3237285 w 11327518"/>
                      <a:gd name="connsiteY6" fmla="*/ 0 h 5850838"/>
                      <a:gd name="connsiteX7" fmla="*/ 4060021 w 11327518"/>
                      <a:gd name="connsiteY7" fmla="*/ 0 h 5850838"/>
                      <a:gd name="connsiteX8" fmla="*/ 4769481 w 11327518"/>
                      <a:gd name="connsiteY8" fmla="*/ 0 h 5850838"/>
                      <a:gd name="connsiteX9" fmla="*/ 5252391 w 11327518"/>
                      <a:gd name="connsiteY9" fmla="*/ 0 h 5850838"/>
                      <a:gd name="connsiteX10" fmla="*/ 5508751 w 11327518"/>
                      <a:gd name="connsiteY10" fmla="*/ 0 h 5850838"/>
                      <a:gd name="connsiteX11" fmla="*/ 5991661 w 11327518"/>
                      <a:gd name="connsiteY11" fmla="*/ 0 h 5850838"/>
                      <a:gd name="connsiteX12" fmla="*/ 6701121 w 11327518"/>
                      <a:gd name="connsiteY12" fmla="*/ 0 h 5850838"/>
                      <a:gd name="connsiteX13" fmla="*/ 7523857 w 11327518"/>
                      <a:gd name="connsiteY13" fmla="*/ 0 h 5850838"/>
                      <a:gd name="connsiteX14" fmla="*/ 7780216 w 11327518"/>
                      <a:gd name="connsiteY14" fmla="*/ 0 h 5850838"/>
                      <a:gd name="connsiteX15" fmla="*/ 8036576 w 11327518"/>
                      <a:gd name="connsiteY15" fmla="*/ 0 h 5850838"/>
                      <a:gd name="connsiteX16" fmla="*/ 8859311 w 11327518"/>
                      <a:gd name="connsiteY16" fmla="*/ 0 h 5850838"/>
                      <a:gd name="connsiteX17" fmla="*/ 9115671 w 11327518"/>
                      <a:gd name="connsiteY17" fmla="*/ 0 h 5850838"/>
                      <a:gd name="connsiteX18" fmla="*/ 9711856 w 11327518"/>
                      <a:gd name="connsiteY18" fmla="*/ 0 h 5850838"/>
                      <a:gd name="connsiteX19" fmla="*/ 10081491 w 11327518"/>
                      <a:gd name="connsiteY19" fmla="*/ 0 h 5850838"/>
                      <a:gd name="connsiteX20" fmla="*/ 10451126 w 11327518"/>
                      <a:gd name="connsiteY20" fmla="*/ 0 h 5850838"/>
                      <a:gd name="connsiteX21" fmla="*/ 11327518 w 11327518"/>
                      <a:gd name="connsiteY21" fmla="*/ 0 h 5850838"/>
                      <a:gd name="connsiteX22" fmla="*/ 11327518 w 11327518"/>
                      <a:gd name="connsiteY22" fmla="*/ 468067 h 5850838"/>
                      <a:gd name="connsiteX23" fmla="*/ 11327518 w 11327518"/>
                      <a:gd name="connsiteY23" fmla="*/ 877626 h 5850838"/>
                      <a:gd name="connsiteX24" fmla="*/ 11327518 w 11327518"/>
                      <a:gd name="connsiteY24" fmla="*/ 1462710 h 5850838"/>
                      <a:gd name="connsiteX25" fmla="*/ 11327518 w 11327518"/>
                      <a:gd name="connsiteY25" fmla="*/ 1989285 h 5850838"/>
                      <a:gd name="connsiteX26" fmla="*/ 11327518 w 11327518"/>
                      <a:gd name="connsiteY26" fmla="*/ 2515860 h 5850838"/>
                      <a:gd name="connsiteX27" fmla="*/ 11327518 w 11327518"/>
                      <a:gd name="connsiteY27" fmla="*/ 3042436 h 5850838"/>
                      <a:gd name="connsiteX28" fmla="*/ 11327518 w 11327518"/>
                      <a:gd name="connsiteY28" fmla="*/ 3451994 h 5850838"/>
                      <a:gd name="connsiteX29" fmla="*/ 11327518 w 11327518"/>
                      <a:gd name="connsiteY29" fmla="*/ 4154095 h 5850838"/>
                      <a:gd name="connsiteX30" fmla="*/ 11327518 w 11327518"/>
                      <a:gd name="connsiteY30" fmla="*/ 4856196 h 5850838"/>
                      <a:gd name="connsiteX31" fmla="*/ 11327518 w 11327518"/>
                      <a:gd name="connsiteY31" fmla="*/ 5265754 h 5850838"/>
                      <a:gd name="connsiteX32" fmla="*/ 11327518 w 11327518"/>
                      <a:gd name="connsiteY32" fmla="*/ 5850838 h 5850838"/>
                      <a:gd name="connsiteX33" fmla="*/ 10731333 w 11327518"/>
                      <a:gd name="connsiteY33" fmla="*/ 5850838 h 5850838"/>
                      <a:gd name="connsiteX34" fmla="*/ 10361698 w 11327518"/>
                      <a:gd name="connsiteY34" fmla="*/ 5850838 h 5850838"/>
                      <a:gd name="connsiteX35" fmla="*/ 9878788 w 11327518"/>
                      <a:gd name="connsiteY35" fmla="*/ 5850838 h 5850838"/>
                      <a:gd name="connsiteX36" fmla="*/ 9282603 w 11327518"/>
                      <a:gd name="connsiteY36" fmla="*/ 5850838 h 5850838"/>
                      <a:gd name="connsiteX37" fmla="*/ 8686418 w 11327518"/>
                      <a:gd name="connsiteY37" fmla="*/ 5850838 h 5850838"/>
                      <a:gd name="connsiteX38" fmla="*/ 7976957 w 11327518"/>
                      <a:gd name="connsiteY38" fmla="*/ 5850838 h 5850838"/>
                      <a:gd name="connsiteX39" fmla="*/ 7607323 w 11327518"/>
                      <a:gd name="connsiteY39" fmla="*/ 5850838 h 5850838"/>
                      <a:gd name="connsiteX40" fmla="*/ 7237688 w 11327518"/>
                      <a:gd name="connsiteY40" fmla="*/ 5850838 h 5850838"/>
                      <a:gd name="connsiteX41" fmla="*/ 6414952 w 11327518"/>
                      <a:gd name="connsiteY41" fmla="*/ 5850838 h 5850838"/>
                      <a:gd name="connsiteX42" fmla="*/ 5592217 w 11327518"/>
                      <a:gd name="connsiteY42" fmla="*/ 5850838 h 5850838"/>
                      <a:gd name="connsiteX43" fmla="*/ 4996032 w 11327518"/>
                      <a:gd name="connsiteY43" fmla="*/ 5850838 h 5850838"/>
                      <a:gd name="connsiteX44" fmla="*/ 4739672 w 11327518"/>
                      <a:gd name="connsiteY44" fmla="*/ 5850838 h 5850838"/>
                      <a:gd name="connsiteX45" fmla="*/ 4483312 w 11327518"/>
                      <a:gd name="connsiteY45" fmla="*/ 5850838 h 5850838"/>
                      <a:gd name="connsiteX46" fmla="*/ 3660577 w 11327518"/>
                      <a:gd name="connsiteY46" fmla="*/ 5850838 h 5850838"/>
                      <a:gd name="connsiteX47" fmla="*/ 3177667 w 11327518"/>
                      <a:gd name="connsiteY47" fmla="*/ 5850838 h 5850838"/>
                      <a:gd name="connsiteX48" fmla="*/ 2354931 w 11327518"/>
                      <a:gd name="connsiteY48" fmla="*/ 5850838 h 5850838"/>
                      <a:gd name="connsiteX49" fmla="*/ 1758746 w 11327518"/>
                      <a:gd name="connsiteY49" fmla="*/ 5850838 h 5850838"/>
                      <a:gd name="connsiteX50" fmla="*/ 1502387 w 11327518"/>
                      <a:gd name="connsiteY50" fmla="*/ 5850838 h 5850838"/>
                      <a:gd name="connsiteX51" fmla="*/ 1132752 w 11327518"/>
                      <a:gd name="connsiteY51" fmla="*/ 5850838 h 5850838"/>
                      <a:gd name="connsiteX52" fmla="*/ 649842 w 11327518"/>
                      <a:gd name="connsiteY52" fmla="*/ 5850838 h 5850838"/>
                      <a:gd name="connsiteX53" fmla="*/ 0 w 11327518"/>
                      <a:gd name="connsiteY53" fmla="*/ 5850838 h 5850838"/>
                      <a:gd name="connsiteX54" fmla="*/ 0 w 11327518"/>
                      <a:gd name="connsiteY54" fmla="*/ 5207246 h 5850838"/>
                      <a:gd name="connsiteX55" fmla="*/ 0 w 11327518"/>
                      <a:gd name="connsiteY55" fmla="*/ 4680670 h 5850838"/>
                      <a:gd name="connsiteX56" fmla="*/ 0 w 11327518"/>
                      <a:gd name="connsiteY56" fmla="*/ 4271112 h 5850838"/>
                      <a:gd name="connsiteX57" fmla="*/ 0 w 11327518"/>
                      <a:gd name="connsiteY57" fmla="*/ 3569011 h 5850838"/>
                      <a:gd name="connsiteX58" fmla="*/ 0 w 11327518"/>
                      <a:gd name="connsiteY58" fmla="*/ 3159453 h 5850838"/>
                      <a:gd name="connsiteX59" fmla="*/ 0 w 11327518"/>
                      <a:gd name="connsiteY59" fmla="*/ 2574369 h 5850838"/>
                      <a:gd name="connsiteX60" fmla="*/ 0 w 11327518"/>
                      <a:gd name="connsiteY60" fmla="*/ 1872268 h 5850838"/>
                      <a:gd name="connsiteX61" fmla="*/ 0 w 11327518"/>
                      <a:gd name="connsiteY61" fmla="*/ 1170168 h 5850838"/>
                      <a:gd name="connsiteX62" fmla="*/ 0 w 11327518"/>
                      <a:gd name="connsiteY62" fmla="*/ 526575 h 5850838"/>
                      <a:gd name="connsiteX63" fmla="*/ 0 w 11327518"/>
                      <a:gd name="connsiteY63" fmla="*/ 0 h 58508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</a:cxnLst>
                    <a:rect l="l" t="t" r="r" b="b"/>
                    <a:pathLst>
                      <a:path w="11327518" h="5850838" fill="none" extrusionOk="0">
                        <a:moveTo>
                          <a:pt x="0" y="0"/>
                        </a:moveTo>
                        <a:cubicBezTo>
                          <a:pt x="199623" y="-38443"/>
                          <a:pt x="325669" y="57039"/>
                          <a:pt x="596185" y="0"/>
                        </a:cubicBezTo>
                        <a:cubicBezTo>
                          <a:pt x="866701" y="-57039"/>
                          <a:pt x="787814" y="30420"/>
                          <a:pt x="852545" y="0"/>
                        </a:cubicBezTo>
                        <a:cubicBezTo>
                          <a:pt x="917276" y="-30420"/>
                          <a:pt x="1407839" y="47840"/>
                          <a:pt x="1562005" y="0"/>
                        </a:cubicBezTo>
                        <a:cubicBezTo>
                          <a:pt x="1716171" y="-47840"/>
                          <a:pt x="1731284" y="20803"/>
                          <a:pt x="1818365" y="0"/>
                        </a:cubicBezTo>
                        <a:cubicBezTo>
                          <a:pt x="1905446" y="-20803"/>
                          <a:pt x="2249380" y="26975"/>
                          <a:pt x="2414550" y="0"/>
                        </a:cubicBezTo>
                        <a:cubicBezTo>
                          <a:pt x="2579720" y="-26975"/>
                          <a:pt x="2915166" y="64698"/>
                          <a:pt x="3237285" y="0"/>
                        </a:cubicBezTo>
                        <a:cubicBezTo>
                          <a:pt x="3559405" y="-64698"/>
                          <a:pt x="3882863" y="66094"/>
                          <a:pt x="4060021" y="0"/>
                        </a:cubicBezTo>
                        <a:cubicBezTo>
                          <a:pt x="4237179" y="-66094"/>
                          <a:pt x="4467026" y="6500"/>
                          <a:pt x="4769481" y="0"/>
                        </a:cubicBezTo>
                        <a:cubicBezTo>
                          <a:pt x="5071936" y="-6500"/>
                          <a:pt x="5093310" y="50141"/>
                          <a:pt x="5252391" y="0"/>
                        </a:cubicBezTo>
                        <a:cubicBezTo>
                          <a:pt x="5411472" y="-50141"/>
                          <a:pt x="5436744" y="20958"/>
                          <a:pt x="5508751" y="0"/>
                        </a:cubicBezTo>
                        <a:cubicBezTo>
                          <a:pt x="5580758" y="-20958"/>
                          <a:pt x="5871744" y="16120"/>
                          <a:pt x="5991661" y="0"/>
                        </a:cubicBezTo>
                        <a:cubicBezTo>
                          <a:pt x="6111578" y="-16120"/>
                          <a:pt x="6531829" y="10514"/>
                          <a:pt x="6701121" y="0"/>
                        </a:cubicBezTo>
                        <a:cubicBezTo>
                          <a:pt x="6870413" y="-10514"/>
                          <a:pt x="7297743" y="27207"/>
                          <a:pt x="7523857" y="0"/>
                        </a:cubicBezTo>
                        <a:cubicBezTo>
                          <a:pt x="7749971" y="-27207"/>
                          <a:pt x="7695579" y="24095"/>
                          <a:pt x="7780216" y="0"/>
                        </a:cubicBezTo>
                        <a:cubicBezTo>
                          <a:pt x="7864853" y="-24095"/>
                          <a:pt x="7908775" y="28511"/>
                          <a:pt x="8036576" y="0"/>
                        </a:cubicBezTo>
                        <a:cubicBezTo>
                          <a:pt x="8164377" y="-28511"/>
                          <a:pt x="8574440" y="58668"/>
                          <a:pt x="8859311" y="0"/>
                        </a:cubicBezTo>
                        <a:cubicBezTo>
                          <a:pt x="9144182" y="-58668"/>
                          <a:pt x="8995791" y="2810"/>
                          <a:pt x="9115671" y="0"/>
                        </a:cubicBezTo>
                        <a:cubicBezTo>
                          <a:pt x="9235551" y="-2810"/>
                          <a:pt x="9498764" y="57817"/>
                          <a:pt x="9711856" y="0"/>
                        </a:cubicBezTo>
                        <a:cubicBezTo>
                          <a:pt x="9924949" y="-57817"/>
                          <a:pt x="9902014" y="42847"/>
                          <a:pt x="10081491" y="0"/>
                        </a:cubicBezTo>
                        <a:cubicBezTo>
                          <a:pt x="10260968" y="-42847"/>
                          <a:pt x="10339792" y="22130"/>
                          <a:pt x="10451126" y="0"/>
                        </a:cubicBezTo>
                        <a:cubicBezTo>
                          <a:pt x="10562461" y="-22130"/>
                          <a:pt x="11121904" y="104730"/>
                          <a:pt x="11327518" y="0"/>
                        </a:cubicBezTo>
                        <a:cubicBezTo>
                          <a:pt x="11349373" y="158838"/>
                          <a:pt x="11271907" y="341595"/>
                          <a:pt x="11327518" y="468067"/>
                        </a:cubicBezTo>
                        <a:cubicBezTo>
                          <a:pt x="11383129" y="594539"/>
                          <a:pt x="11290595" y="699903"/>
                          <a:pt x="11327518" y="877626"/>
                        </a:cubicBezTo>
                        <a:cubicBezTo>
                          <a:pt x="11364441" y="1055349"/>
                          <a:pt x="11311139" y="1291464"/>
                          <a:pt x="11327518" y="1462710"/>
                        </a:cubicBezTo>
                        <a:cubicBezTo>
                          <a:pt x="11343897" y="1633956"/>
                          <a:pt x="11294761" y="1835313"/>
                          <a:pt x="11327518" y="1989285"/>
                        </a:cubicBezTo>
                        <a:cubicBezTo>
                          <a:pt x="11360275" y="2143258"/>
                          <a:pt x="11268549" y="2293901"/>
                          <a:pt x="11327518" y="2515860"/>
                        </a:cubicBezTo>
                        <a:cubicBezTo>
                          <a:pt x="11386487" y="2737820"/>
                          <a:pt x="11281097" y="2825914"/>
                          <a:pt x="11327518" y="3042436"/>
                        </a:cubicBezTo>
                        <a:cubicBezTo>
                          <a:pt x="11373939" y="3258958"/>
                          <a:pt x="11295965" y="3331182"/>
                          <a:pt x="11327518" y="3451994"/>
                        </a:cubicBezTo>
                        <a:cubicBezTo>
                          <a:pt x="11359071" y="3572806"/>
                          <a:pt x="11274012" y="3937258"/>
                          <a:pt x="11327518" y="4154095"/>
                        </a:cubicBezTo>
                        <a:cubicBezTo>
                          <a:pt x="11381024" y="4370932"/>
                          <a:pt x="11290036" y="4655051"/>
                          <a:pt x="11327518" y="4856196"/>
                        </a:cubicBezTo>
                        <a:cubicBezTo>
                          <a:pt x="11365000" y="5057341"/>
                          <a:pt x="11326694" y="5162254"/>
                          <a:pt x="11327518" y="5265754"/>
                        </a:cubicBezTo>
                        <a:cubicBezTo>
                          <a:pt x="11328342" y="5369254"/>
                          <a:pt x="11321784" y="5710376"/>
                          <a:pt x="11327518" y="5850838"/>
                        </a:cubicBezTo>
                        <a:cubicBezTo>
                          <a:pt x="11072871" y="5862066"/>
                          <a:pt x="10962964" y="5846984"/>
                          <a:pt x="10731333" y="5850838"/>
                        </a:cubicBezTo>
                        <a:cubicBezTo>
                          <a:pt x="10499702" y="5854692"/>
                          <a:pt x="10526837" y="5846583"/>
                          <a:pt x="10361698" y="5850838"/>
                        </a:cubicBezTo>
                        <a:cubicBezTo>
                          <a:pt x="10196559" y="5855093"/>
                          <a:pt x="10057834" y="5830159"/>
                          <a:pt x="9878788" y="5850838"/>
                        </a:cubicBezTo>
                        <a:cubicBezTo>
                          <a:pt x="9699742" y="5871517"/>
                          <a:pt x="9550020" y="5787227"/>
                          <a:pt x="9282603" y="5850838"/>
                        </a:cubicBezTo>
                        <a:cubicBezTo>
                          <a:pt x="9015187" y="5914449"/>
                          <a:pt x="8809030" y="5811108"/>
                          <a:pt x="8686418" y="5850838"/>
                        </a:cubicBezTo>
                        <a:cubicBezTo>
                          <a:pt x="8563807" y="5890568"/>
                          <a:pt x="8300289" y="5835449"/>
                          <a:pt x="7976957" y="5850838"/>
                        </a:cubicBezTo>
                        <a:cubicBezTo>
                          <a:pt x="7653625" y="5866227"/>
                          <a:pt x="7763164" y="5821858"/>
                          <a:pt x="7607323" y="5850838"/>
                        </a:cubicBezTo>
                        <a:cubicBezTo>
                          <a:pt x="7451482" y="5879818"/>
                          <a:pt x="7369641" y="5823798"/>
                          <a:pt x="7237688" y="5850838"/>
                        </a:cubicBezTo>
                        <a:cubicBezTo>
                          <a:pt x="7105735" y="5877878"/>
                          <a:pt x="6614599" y="5773841"/>
                          <a:pt x="6414952" y="5850838"/>
                        </a:cubicBezTo>
                        <a:cubicBezTo>
                          <a:pt x="6215305" y="5927835"/>
                          <a:pt x="5870983" y="5845212"/>
                          <a:pt x="5592217" y="5850838"/>
                        </a:cubicBezTo>
                        <a:cubicBezTo>
                          <a:pt x="5313451" y="5856464"/>
                          <a:pt x="5130990" y="5785107"/>
                          <a:pt x="4996032" y="5850838"/>
                        </a:cubicBezTo>
                        <a:cubicBezTo>
                          <a:pt x="4861074" y="5916569"/>
                          <a:pt x="4798691" y="5847178"/>
                          <a:pt x="4739672" y="5850838"/>
                        </a:cubicBezTo>
                        <a:cubicBezTo>
                          <a:pt x="4680653" y="5854498"/>
                          <a:pt x="4582011" y="5838269"/>
                          <a:pt x="4483312" y="5850838"/>
                        </a:cubicBezTo>
                        <a:cubicBezTo>
                          <a:pt x="4384613" y="5863407"/>
                          <a:pt x="3858308" y="5760206"/>
                          <a:pt x="3660577" y="5850838"/>
                        </a:cubicBezTo>
                        <a:cubicBezTo>
                          <a:pt x="3462847" y="5941470"/>
                          <a:pt x="3331316" y="5821704"/>
                          <a:pt x="3177667" y="5850838"/>
                        </a:cubicBezTo>
                        <a:cubicBezTo>
                          <a:pt x="3024018" y="5879972"/>
                          <a:pt x="2605027" y="5800646"/>
                          <a:pt x="2354931" y="5850838"/>
                        </a:cubicBezTo>
                        <a:cubicBezTo>
                          <a:pt x="2104835" y="5901030"/>
                          <a:pt x="1968527" y="5805912"/>
                          <a:pt x="1758746" y="5850838"/>
                        </a:cubicBezTo>
                        <a:cubicBezTo>
                          <a:pt x="1548965" y="5895764"/>
                          <a:pt x="1627155" y="5831445"/>
                          <a:pt x="1502387" y="5850838"/>
                        </a:cubicBezTo>
                        <a:cubicBezTo>
                          <a:pt x="1377619" y="5870231"/>
                          <a:pt x="1243411" y="5808250"/>
                          <a:pt x="1132752" y="5850838"/>
                        </a:cubicBezTo>
                        <a:cubicBezTo>
                          <a:pt x="1022093" y="5893426"/>
                          <a:pt x="841842" y="5813802"/>
                          <a:pt x="649842" y="5850838"/>
                        </a:cubicBezTo>
                        <a:cubicBezTo>
                          <a:pt x="457842" y="5887874"/>
                          <a:pt x="316547" y="5817400"/>
                          <a:pt x="0" y="5850838"/>
                        </a:cubicBezTo>
                        <a:cubicBezTo>
                          <a:pt x="-23010" y="5667982"/>
                          <a:pt x="26371" y="5376550"/>
                          <a:pt x="0" y="5207246"/>
                        </a:cubicBezTo>
                        <a:cubicBezTo>
                          <a:pt x="-26371" y="5037942"/>
                          <a:pt x="52499" y="4836475"/>
                          <a:pt x="0" y="4680670"/>
                        </a:cubicBezTo>
                        <a:cubicBezTo>
                          <a:pt x="-52499" y="4524865"/>
                          <a:pt x="38164" y="4424291"/>
                          <a:pt x="0" y="4271112"/>
                        </a:cubicBezTo>
                        <a:cubicBezTo>
                          <a:pt x="-38164" y="4117933"/>
                          <a:pt x="13038" y="3901346"/>
                          <a:pt x="0" y="3569011"/>
                        </a:cubicBezTo>
                        <a:cubicBezTo>
                          <a:pt x="-13038" y="3236676"/>
                          <a:pt x="26246" y="3283733"/>
                          <a:pt x="0" y="3159453"/>
                        </a:cubicBezTo>
                        <a:cubicBezTo>
                          <a:pt x="-26246" y="3035173"/>
                          <a:pt x="16811" y="2759597"/>
                          <a:pt x="0" y="2574369"/>
                        </a:cubicBezTo>
                        <a:cubicBezTo>
                          <a:pt x="-16811" y="2389141"/>
                          <a:pt x="25008" y="2066581"/>
                          <a:pt x="0" y="1872268"/>
                        </a:cubicBezTo>
                        <a:cubicBezTo>
                          <a:pt x="-25008" y="1677955"/>
                          <a:pt x="19918" y="1408387"/>
                          <a:pt x="0" y="1170168"/>
                        </a:cubicBezTo>
                        <a:cubicBezTo>
                          <a:pt x="-19918" y="931949"/>
                          <a:pt x="41231" y="841743"/>
                          <a:pt x="0" y="526575"/>
                        </a:cubicBezTo>
                        <a:cubicBezTo>
                          <a:pt x="-41231" y="211407"/>
                          <a:pt x="52995" y="160001"/>
                          <a:pt x="0" y="0"/>
                        </a:cubicBezTo>
                        <a:close/>
                      </a:path>
                      <a:path w="11327518" h="5850838" stroke="0" extrusionOk="0">
                        <a:moveTo>
                          <a:pt x="0" y="0"/>
                        </a:moveTo>
                        <a:cubicBezTo>
                          <a:pt x="190339" y="-52346"/>
                          <a:pt x="344887" y="51323"/>
                          <a:pt x="482910" y="0"/>
                        </a:cubicBezTo>
                        <a:cubicBezTo>
                          <a:pt x="620933" y="-51323"/>
                          <a:pt x="675871" y="19361"/>
                          <a:pt x="739270" y="0"/>
                        </a:cubicBezTo>
                        <a:cubicBezTo>
                          <a:pt x="802669" y="-19361"/>
                          <a:pt x="1325916" y="92536"/>
                          <a:pt x="1562005" y="0"/>
                        </a:cubicBezTo>
                        <a:cubicBezTo>
                          <a:pt x="1798094" y="-92536"/>
                          <a:pt x="1929995" y="27160"/>
                          <a:pt x="2044915" y="0"/>
                        </a:cubicBezTo>
                        <a:cubicBezTo>
                          <a:pt x="2159835" y="-27160"/>
                          <a:pt x="2302190" y="26229"/>
                          <a:pt x="2527825" y="0"/>
                        </a:cubicBezTo>
                        <a:cubicBezTo>
                          <a:pt x="2753460" y="-26229"/>
                          <a:pt x="3158478" y="63046"/>
                          <a:pt x="3350561" y="0"/>
                        </a:cubicBezTo>
                        <a:cubicBezTo>
                          <a:pt x="3542644" y="-63046"/>
                          <a:pt x="3595952" y="25830"/>
                          <a:pt x="3720195" y="0"/>
                        </a:cubicBezTo>
                        <a:cubicBezTo>
                          <a:pt x="3844438" y="-25830"/>
                          <a:pt x="4252403" y="57654"/>
                          <a:pt x="4542931" y="0"/>
                        </a:cubicBezTo>
                        <a:cubicBezTo>
                          <a:pt x="4833459" y="-57654"/>
                          <a:pt x="5188070" y="23753"/>
                          <a:pt x="5365666" y="0"/>
                        </a:cubicBezTo>
                        <a:cubicBezTo>
                          <a:pt x="5543262" y="-23753"/>
                          <a:pt x="5832864" y="57122"/>
                          <a:pt x="5961852" y="0"/>
                        </a:cubicBezTo>
                        <a:cubicBezTo>
                          <a:pt x="6090840" y="-57122"/>
                          <a:pt x="6563315" y="36277"/>
                          <a:pt x="6784587" y="0"/>
                        </a:cubicBezTo>
                        <a:cubicBezTo>
                          <a:pt x="7005859" y="-36277"/>
                          <a:pt x="7061557" y="9086"/>
                          <a:pt x="7267497" y="0"/>
                        </a:cubicBezTo>
                        <a:cubicBezTo>
                          <a:pt x="7473437" y="-9086"/>
                          <a:pt x="7618214" y="16848"/>
                          <a:pt x="7750407" y="0"/>
                        </a:cubicBezTo>
                        <a:cubicBezTo>
                          <a:pt x="7882600" y="-16848"/>
                          <a:pt x="8156801" y="57895"/>
                          <a:pt x="8459867" y="0"/>
                        </a:cubicBezTo>
                        <a:cubicBezTo>
                          <a:pt x="8762933" y="-57895"/>
                          <a:pt x="8800897" y="52657"/>
                          <a:pt x="8942777" y="0"/>
                        </a:cubicBezTo>
                        <a:cubicBezTo>
                          <a:pt x="9084657" y="-52657"/>
                          <a:pt x="9551186" y="15908"/>
                          <a:pt x="9765513" y="0"/>
                        </a:cubicBezTo>
                        <a:cubicBezTo>
                          <a:pt x="9979840" y="-15908"/>
                          <a:pt x="10213960" y="26999"/>
                          <a:pt x="10588248" y="0"/>
                        </a:cubicBezTo>
                        <a:cubicBezTo>
                          <a:pt x="10962536" y="-26999"/>
                          <a:pt x="10964858" y="21158"/>
                          <a:pt x="11327518" y="0"/>
                        </a:cubicBezTo>
                        <a:cubicBezTo>
                          <a:pt x="11329404" y="204381"/>
                          <a:pt x="11289217" y="381973"/>
                          <a:pt x="11327518" y="526575"/>
                        </a:cubicBezTo>
                        <a:cubicBezTo>
                          <a:pt x="11365819" y="671178"/>
                          <a:pt x="11303432" y="760079"/>
                          <a:pt x="11327518" y="936134"/>
                        </a:cubicBezTo>
                        <a:cubicBezTo>
                          <a:pt x="11351604" y="1112189"/>
                          <a:pt x="11297919" y="1245027"/>
                          <a:pt x="11327518" y="1404201"/>
                        </a:cubicBezTo>
                        <a:cubicBezTo>
                          <a:pt x="11357117" y="1563375"/>
                          <a:pt x="11301602" y="1789758"/>
                          <a:pt x="11327518" y="2047793"/>
                        </a:cubicBezTo>
                        <a:cubicBezTo>
                          <a:pt x="11353434" y="2305828"/>
                          <a:pt x="11265423" y="2366097"/>
                          <a:pt x="11327518" y="2574369"/>
                        </a:cubicBezTo>
                        <a:cubicBezTo>
                          <a:pt x="11389613" y="2782641"/>
                          <a:pt x="11298050" y="2885977"/>
                          <a:pt x="11327518" y="3042436"/>
                        </a:cubicBezTo>
                        <a:cubicBezTo>
                          <a:pt x="11356986" y="3198895"/>
                          <a:pt x="11263295" y="3536795"/>
                          <a:pt x="11327518" y="3686028"/>
                        </a:cubicBezTo>
                        <a:cubicBezTo>
                          <a:pt x="11391741" y="3835261"/>
                          <a:pt x="11265829" y="4108878"/>
                          <a:pt x="11327518" y="4271112"/>
                        </a:cubicBezTo>
                        <a:cubicBezTo>
                          <a:pt x="11389207" y="4433346"/>
                          <a:pt x="11286850" y="4673434"/>
                          <a:pt x="11327518" y="4856196"/>
                        </a:cubicBezTo>
                        <a:cubicBezTo>
                          <a:pt x="11368186" y="5038958"/>
                          <a:pt x="11295571" y="5472768"/>
                          <a:pt x="11327518" y="5850838"/>
                        </a:cubicBezTo>
                        <a:cubicBezTo>
                          <a:pt x="11111307" y="5854150"/>
                          <a:pt x="10831911" y="5818363"/>
                          <a:pt x="10618058" y="5850838"/>
                        </a:cubicBezTo>
                        <a:cubicBezTo>
                          <a:pt x="10404205" y="5883313"/>
                          <a:pt x="10429394" y="5845042"/>
                          <a:pt x="10248423" y="5850838"/>
                        </a:cubicBezTo>
                        <a:cubicBezTo>
                          <a:pt x="10067452" y="5856634"/>
                          <a:pt x="9754262" y="5801999"/>
                          <a:pt x="9538963" y="5850838"/>
                        </a:cubicBezTo>
                        <a:cubicBezTo>
                          <a:pt x="9323664" y="5899677"/>
                          <a:pt x="9361173" y="5826118"/>
                          <a:pt x="9282603" y="5850838"/>
                        </a:cubicBezTo>
                        <a:cubicBezTo>
                          <a:pt x="9204033" y="5875558"/>
                          <a:pt x="8854828" y="5769311"/>
                          <a:pt x="8573143" y="5850838"/>
                        </a:cubicBezTo>
                        <a:cubicBezTo>
                          <a:pt x="8291458" y="5932365"/>
                          <a:pt x="8290328" y="5811605"/>
                          <a:pt x="8203508" y="5850838"/>
                        </a:cubicBezTo>
                        <a:cubicBezTo>
                          <a:pt x="8116688" y="5890071"/>
                          <a:pt x="8057882" y="5831319"/>
                          <a:pt x="7947148" y="5850838"/>
                        </a:cubicBezTo>
                        <a:cubicBezTo>
                          <a:pt x="7836414" y="5870357"/>
                          <a:pt x="7730897" y="5812334"/>
                          <a:pt x="7577513" y="5850838"/>
                        </a:cubicBezTo>
                        <a:cubicBezTo>
                          <a:pt x="7424129" y="5889342"/>
                          <a:pt x="7192735" y="5821747"/>
                          <a:pt x="6868053" y="5850838"/>
                        </a:cubicBezTo>
                        <a:cubicBezTo>
                          <a:pt x="6543371" y="5879929"/>
                          <a:pt x="6663453" y="5837340"/>
                          <a:pt x="6498418" y="5850838"/>
                        </a:cubicBezTo>
                        <a:cubicBezTo>
                          <a:pt x="6333383" y="5864336"/>
                          <a:pt x="6333602" y="5842292"/>
                          <a:pt x="6242059" y="5850838"/>
                        </a:cubicBezTo>
                        <a:cubicBezTo>
                          <a:pt x="6150516" y="5859384"/>
                          <a:pt x="6020687" y="5825363"/>
                          <a:pt x="5872424" y="5850838"/>
                        </a:cubicBezTo>
                        <a:cubicBezTo>
                          <a:pt x="5724161" y="5876313"/>
                          <a:pt x="5575375" y="5837302"/>
                          <a:pt x="5389514" y="5850838"/>
                        </a:cubicBezTo>
                        <a:cubicBezTo>
                          <a:pt x="5203653" y="5864374"/>
                          <a:pt x="4926543" y="5825923"/>
                          <a:pt x="4793329" y="5850838"/>
                        </a:cubicBezTo>
                        <a:cubicBezTo>
                          <a:pt x="4660116" y="5875753"/>
                          <a:pt x="4540325" y="5848753"/>
                          <a:pt x="4423694" y="5850838"/>
                        </a:cubicBezTo>
                        <a:cubicBezTo>
                          <a:pt x="4307063" y="5852923"/>
                          <a:pt x="3918926" y="5782362"/>
                          <a:pt x="3600958" y="5850838"/>
                        </a:cubicBezTo>
                        <a:cubicBezTo>
                          <a:pt x="3282990" y="5919314"/>
                          <a:pt x="3205131" y="5781166"/>
                          <a:pt x="3004773" y="5850838"/>
                        </a:cubicBezTo>
                        <a:cubicBezTo>
                          <a:pt x="2804415" y="5920510"/>
                          <a:pt x="2430364" y="5791142"/>
                          <a:pt x="2182038" y="5850838"/>
                        </a:cubicBezTo>
                        <a:cubicBezTo>
                          <a:pt x="1933712" y="5910534"/>
                          <a:pt x="1721636" y="5784395"/>
                          <a:pt x="1472577" y="5850838"/>
                        </a:cubicBezTo>
                        <a:cubicBezTo>
                          <a:pt x="1223518" y="5917281"/>
                          <a:pt x="1109801" y="5807946"/>
                          <a:pt x="989667" y="5850838"/>
                        </a:cubicBezTo>
                        <a:cubicBezTo>
                          <a:pt x="869533" y="5893730"/>
                          <a:pt x="205328" y="5801417"/>
                          <a:pt x="0" y="5850838"/>
                        </a:cubicBezTo>
                        <a:cubicBezTo>
                          <a:pt x="-47768" y="5640259"/>
                          <a:pt x="9501" y="5481500"/>
                          <a:pt x="0" y="5382771"/>
                        </a:cubicBezTo>
                        <a:cubicBezTo>
                          <a:pt x="-9501" y="5284042"/>
                          <a:pt x="61414" y="5039869"/>
                          <a:pt x="0" y="4797687"/>
                        </a:cubicBezTo>
                        <a:cubicBezTo>
                          <a:pt x="-61414" y="4555505"/>
                          <a:pt x="17056" y="4422475"/>
                          <a:pt x="0" y="4095587"/>
                        </a:cubicBezTo>
                        <a:cubicBezTo>
                          <a:pt x="-17056" y="3768699"/>
                          <a:pt x="35192" y="3648981"/>
                          <a:pt x="0" y="3393486"/>
                        </a:cubicBezTo>
                        <a:cubicBezTo>
                          <a:pt x="-35192" y="3137991"/>
                          <a:pt x="33394" y="3043799"/>
                          <a:pt x="0" y="2749894"/>
                        </a:cubicBezTo>
                        <a:cubicBezTo>
                          <a:pt x="-33394" y="2455989"/>
                          <a:pt x="74061" y="2397224"/>
                          <a:pt x="0" y="2106302"/>
                        </a:cubicBezTo>
                        <a:cubicBezTo>
                          <a:pt x="-74061" y="1815380"/>
                          <a:pt x="61623" y="1626672"/>
                          <a:pt x="0" y="1462710"/>
                        </a:cubicBezTo>
                        <a:cubicBezTo>
                          <a:pt x="-61623" y="1298748"/>
                          <a:pt x="8561" y="1145488"/>
                          <a:pt x="0" y="994642"/>
                        </a:cubicBezTo>
                        <a:cubicBezTo>
                          <a:pt x="-8561" y="843796"/>
                          <a:pt x="79509" y="25923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3611978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E38676A9-791B-4BB8-8F7A-AA54D281E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1720" y="534357"/>
            <a:ext cx="11208558" cy="5789282"/>
          </a:xfrm>
          <a:prstGeom prst="rect">
            <a:avLst/>
          </a:prstGeom>
          <a:ln w="76200" cmpd="thinThick">
            <a:solidFill>
              <a:schemeClr val="tx1">
                <a:lumMod val="50000"/>
                <a:lumOff val="5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327518"/>
                      <a:gd name="connsiteY0" fmla="*/ 0 h 5850838"/>
                      <a:gd name="connsiteX1" fmla="*/ 596185 w 11327518"/>
                      <a:gd name="connsiteY1" fmla="*/ 0 h 5850838"/>
                      <a:gd name="connsiteX2" fmla="*/ 852545 w 11327518"/>
                      <a:gd name="connsiteY2" fmla="*/ 0 h 5850838"/>
                      <a:gd name="connsiteX3" fmla="*/ 1562005 w 11327518"/>
                      <a:gd name="connsiteY3" fmla="*/ 0 h 5850838"/>
                      <a:gd name="connsiteX4" fmla="*/ 1818365 w 11327518"/>
                      <a:gd name="connsiteY4" fmla="*/ 0 h 5850838"/>
                      <a:gd name="connsiteX5" fmla="*/ 2414550 w 11327518"/>
                      <a:gd name="connsiteY5" fmla="*/ 0 h 5850838"/>
                      <a:gd name="connsiteX6" fmla="*/ 3237285 w 11327518"/>
                      <a:gd name="connsiteY6" fmla="*/ 0 h 5850838"/>
                      <a:gd name="connsiteX7" fmla="*/ 4060021 w 11327518"/>
                      <a:gd name="connsiteY7" fmla="*/ 0 h 5850838"/>
                      <a:gd name="connsiteX8" fmla="*/ 4769481 w 11327518"/>
                      <a:gd name="connsiteY8" fmla="*/ 0 h 5850838"/>
                      <a:gd name="connsiteX9" fmla="*/ 5252391 w 11327518"/>
                      <a:gd name="connsiteY9" fmla="*/ 0 h 5850838"/>
                      <a:gd name="connsiteX10" fmla="*/ 5508751 w 11327518"/>
                      <a:gd name="connsiteY10" fmla="*/ 0 h 5850838"/>
                      <a:gd name="connsiteX11" fmla="*/ 5991661 w 11327518"/>
                      <a:gd name="connsiteY11" fmla="*/ 0 h 5850838"/>
                      <a:gd name="connsiteX12" fmla="*/ 6701121 w 11327518"/>
                      <a:gd name="connsiteY12" fmla="*/ 0 h 5850838"/>
                      <a:gd name="connsiteX13" fmla="*/ 7523857 w 11327518"/>
                      <a:gd name="connsiteY13" fmla="*/ 0 h 5850838"/>
                      <a:gd name="connsiteX14" fmla="*/ 7780216 w 11327518"/>
                      <a:gd name="connsiteY14" fmla="*/ 0 h 5850838"/>
                      <a:gd name="connsiteX15" fmla="*/ 8036576 w 11327518"/>
                      <a:gd name="connsiteY15" fmla="*/ 0 h 5850838"/>
                      <a:gd name="connsiteX16" fmla="*/ 8859311 w 11327518"/>
                      <a:gd name="connsiteY16" fmla="*/ 0 h 5850838"/>
                      <a:gd name="connsiteX17" fmla="*/ 9115671 w 11327518"/>
                      <a:gd name="connsiteY17" fmla="*/ 0 h 5850838"/>
                      <a:gd name="connsiteX18" fmla="*/ 9711856 w 11327518"/>
                      <a:gd name="connsiteY18" fmla="*/ 0 h 5850838"/>
                      <a:gd name="connsiteX19" fmla="*/ 10081491 w 11327518"/>
                      <a:gd name="connsiteY19" fmla="*/ 0 h 5850838"/>
                      <a:gd name="connsiteX20" fmla="*/ 10451126 w 11327518"/>
                      <a:gd name="connsiteY20" fmla="*/ 0 h 5850838"/>
                      <a:gd name="connsiteX21" fmla="*/ 11327518 w 11327518"/>
                      <a:gd name="connsiteY21" fmla="*/ 0 h 5850838"/>
                      <a:gd name="connsiteX22" fmla="*/ 11327518 w 11327518"/>
                      <a:gd name="connsiteY22" fmla="*/ 468067 h 5850838"/>
                      <a:gd name="connsiteX23" fmla="*/ 11327518 w 11327518"/>
                      <a:gd name="connsiteY23" fmla="*/ 877626 h 5850838"/>
                      <a:gd name="connsiteX24" fmla="*/ 11327518 w 11327518"/>
                      <a:gd name="connsiteY24" fmla="*/ 1462710 h 5850838"/>
                      <a:gd name="connsiteX25" fmla="*/ 11327518 w 11327518"/>
                      <a:gd name="connsiteY25" fmla="*/ 1989285 h 5850838"/>
                      <a:gd name="connsiteX26" fmla="*/ 11327518 w 11327518"/>
                      <a:gd name="connsiteY26" fmla="*/ 2515860 h 5850838"/>
                      <a:gd name="connsiteX27" fmla="*/ 11327518 w 11327518"/>
                      <a:gd name="connsiteY27" fmla="*/ 3042436 h 5850838"/>
                      <a:gd name="connsiteX28" fmla="*/ 11327518 w 11327518"/>
                      <a:gd name="connsiteY28" fmla="*/ 3451994 h 5850838"/>
                      <a:gd name="connsiteX29" fmla="*/ 11327518 w 11327518"/>
                      <a:gd name="connsiteY29" fmla="*/ 4154095 h 5850838"/>
                      <a:gd name="connsiteX30" fmla="*/ 11327518 w 11327518"/>
                      <a:gd name="connsiteY30" fmla="*/ 4856196 h 5850838"/>
                      <a:gd name="connsiteX31" fmla="*/ 11327518 w 11327518"/>
                      <a:gd name="connsiteY31" fmla="*/ 5265754 h 5850838"/>
                      <a:gd name="connsiteX32" fmla="*/ 11327518 w 11327518"/>
                      <a:gd name="connsiteY32" fmla="*/ 5850838 h 5850838"/>
                      <a:gd name="connsiteX33" fmla="*/ 10731333 w 11327518"/>
                      <a:gd name="connsiteY33" fmla="*/ 5850838 h 5850838"/>
                      <a:gd name="connsiteX34" fmla="*/ 10361698 w 11327518"/>
                      <a:gd name="connsiteY34" fmla="*/ 5850838 h 5850838"/>
                      <a:gd name="connsiteX35" fmla="*/ 9878788 w 11327518"/>
                      <a:gd name="connsiteY35" fmla="*/ 5850838 h 5850838"/>
                      <a:gd name="connsiteX36" fmla="*/ 9282603 w 11327518"/>
                      <a:gd name="connsiteY36" fmla="*/ 5850838 h 5850838"/>
                      <a:gd name="connsiteX37" fmla="*/ 8686418 w 11327518"/>
                      <a:gd name="connsiteY37" fmla="*/ 5850838 h 5850838"/>
                      <a:gd name="connsiteX38" fmla="*/ 7976957 w 11327518"/>
                      <a:gd name="connsiteY38" fmla="*/ 5850838 h 5850838"/>
                      <a:gd name="connsiteX39" fmla="*/ 7607323 w 11327518"/>
                      <a:gd name="connsiteY39" fmla="*/ 5850838 h 5850838"/>
                      <a:gd name="connsiteX40" fmla="*/ 7237688 w 11327518"/>
                      <a:gd name="connsiteY40" fmla="*/ 5850838 h 5850838"/>
                      <a:gd name="connsiteX41" fmla="*/ 6414952 w 11327518"/>
                      <a:gd name="connsiteY41" fmla="*/ 5850838 h 5850838"/>
                      <a:gd name="connsiteX42" fmla="*/ 5592217 w 11327518"/>
                      <a:gd name="connsiteY42" fmla="*/ 5850838 h 5850838"/>
                      <a:gd name="connsiteX43" fmla="*/ 4996032 w 11327518"/>
                      <a:gd name="connsiteY43" fmla="*/ 5850838 h 5850838"/>
                      <a:gd name="connsiteX44" fmla="*/ 4739672 w 11327518"/>
                      <a:gd name="connsiteY44" fmla="*/ 5850838 h 5850838"/>
                      <a:gd name="connsiteX45" fmla="*/ 4483312 w 11327518"/>
                      <a:gd name="connsiteY45" fmla="*/ 5850838 h 5850838"/>
                      <a:gd name="connsiteX46" fmla="*/ 3660577 w 11327518"/>
                      <a:gd name="connsiteY46" fmla="*/ 5850838 h 5850838"/>
                      <a:gd name="connsiteX47" fmla="*/ 3177667 w 11327518"/>
                      <a:gd name="connsiteY47" fmla="*/ 5850838 h 5850838"/>
                      <a:gd name="connsiteX48" fmla="*/ 2354931 w 11327518"/>
                      <a:gd name="connsiteY48" fmla="*/ 5850838 h 5850838"/>
                      <a:gd name="connsiteX49" fmla="*/ 1758746 w 11327518"/>
                      <a:gd name="connsiteY49" fmla="*/ 5850838 h 5850838"/>
                      <a:gd name="connsiteX50" fmla="*/ 1502387 w 11327518"/>
                      <a:gd name="connsiteY50" fmla="*/ 5850838 h 5850838"/>
                      <a:gd name="connsiteX51" fmla="*/ 1132752 w 11327518"/>
                      <a:gd name="connsiteY51" fmla="*/ 5850838 h 5850838"/>
                      <a:gd name="connsiteX52" fmla="*/ 649842 w 11327518"/>
                      <a:gd name="connsiteY52" fmla="*/ 5850838 h 5850838"/>
                      <a:gd name="connsiteX53" fmla="*/ 0 w 11327518"/>
                      <a:gd name="connsiteY53" fmla="*/ 5850838 h 5850838"/>
                      <a:gd name="connsiteX54" fmla="*/ 0 w 11327518"/>
                      <a:gd name="connsiteY54" fmla="*/ 5207246 h 5850838"/>
                      <a:gd name="connsiteX55" fmla="*/ 0 w 11327518"/>
                      <a:gd name="connsiteY55" fmla="*/ 4680670 h 5850838"/>
                      <a:gd name="connsiteX56" fmla="*/ 0 w 11327518"/>
                      <a:gd name="connsiteY56" fmla="*/ 4271112 h 5850838"/>
                      <a:gd name="connsiteX57" fmla="*/ 0 w 11327518"/>
                      <a:gd name="connsiteY57" fmla="*/ 3569011 h 5850838"/>
                      <a:gd name="connsiteX58" fmla="*/ 0 w 11327518"/>
                      <a:gd name="connsiteY58" fmla="*/ 3159453 h 5850838"/>
                      <a:gd name="connsiteX59" fmla="*/ 0 w 11327518"/>
                      <a:gd name="connsiteY59" fmla="*/ 2574369 h 5850838"/>
                      <a:gd name="connsiteX60" fmla="*/ 0 w 11327518"/>
                      <a:gd name="connsiteY60" fmla="*/ 1872268 h 5850838"/>
                      <a:gd name="connsiteX61" fmla="*/ 0 w 11327518"/>
                      <a:gd name="connsiteY61" fmla="*/ 1170168 h 5850838"/>
                      <a:gd name="connsiteX62" fmla="*/ 0 w 11327518"/>
                      <a:gd name="connsiteY62" fmla="*/ 526575 h 5850838"/>
                      <a:gd name="connsiteX63" fmla="*/ 0 w 11327518"/>
                      <a:gd name="connsiteY63" fmla="*/ 0 h 58508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</a:cxnLst>
                    <a:rect l="l" t="t" r="r" b="b"/>
                    <a:pathLst>
                      <a:path w="11327518" h="5850838" fill="none" extrusionOk="0">
                        <a:moveTo>
                          <a:pt x="0" y="0"/>
                        </a:moveTo>
                        <a:cubicBezTo>
                          <a:pt x="199623" y="-38443"/>
                          <a:pt x="325669" y="57039"/>
                          <a:pt x="596185" y="0"/>
                        </a:cubicBezTo>
                        <a:cubicBezTo>
                          <a:pt x="866701" y="-57039"/>
                          <a:pt x="787814" y="30420"/>
                          <a:pt x="852545" y="0"/>
                        </a:cubicBezTo>
                        <a:cubicBezTo>
                          <a:pt x="917276" y="-30420"/>
                          <a:pt x="1407839" y="47840"/>
                          <a:pt x="1562005" y="0"/>
                        </a:cubicBezTo>
                        <a:cubicBezTo>
                          <a:pt x="1716171" y="-47840"/>
                          <a:pt x="1731284" y="20803"/>
                          <a:pt x="1818365" y="0"/>
                        </a:cubicBezTo>
                        <a:cubicBezTo>
                          <a:pt x="1905446" y="-20803"/>
                          <a:pt x="2249380" y="26975"/>
                          <a:pt x="2414550" y="0"/>
                        </a:cubicBezTo>
                        <a:cubicBezTo>
                          <a:pt x="2579720" y="-26975"/>
                          <a:pt x="2915166" y="64698"/>
                          <a:pt x="3237285" y="0"/>
                        </a:cubicBezTo>
                        <a:cubicBezTo>
                          <a:pt x="3559405" y="-64698"/>
                          <a:pt x="3882863" y="66094"/>
                          <a:pt x="4060021" y="0"/>
                        </a:cubicBezTo>
                        <a:cubicBezTo>
                          <a:pt x="4237179" y="-66094"/>
                          <a:pt x="4467026" y="6500"/>
                          <a:pt x="4769481" y="0"/>
                        </a:cubicBezTo>
                        <a:cubicBezTo>
                          <a:pt x="5071936" y="-6500"/>
                          <a:pt x="5093310" y="50141"/>
                          <a:pt x="5252391" y="0"/>
                        </a:cubicBezTo>
                        <a:cubicBezTo>
                          <a:pt x="5411472" y="-50141"/>
                          <a:pt x="5436744" y="20958"/>
                          <a:pt x="5508751" y="0"/>
                        </a:cubicBezTo>
                        <a:cubicBezTo>
                          <a:pt x="5580758" y="-20958"/>
                          <a:pt x="5871744" y="16120"/>
                          <a:pt x="5991661" y="0"/>
                        </a:cubicBezTo>
                        <a:cubicBezTo>
                          <a:pt x="6111578" y="-16120"/>
                          <a:pt x="6531829" y="10514"/>
                          <a:pt x="6701121" y="0"/>
                        </a:cubicBezTo>
                        <a:cubicBezTo>
                          <a:pt x="6870413" y="-10514"/>
                          <a:pt x="7297743" y="27207"/>
                          <a:pt x="7523857" y="0"/>
                        </a:cubicBezTo>
                        <a:cubicBezTo>
                          <a:pt x="7749971" y="-27207"/>
                          <a:pt x="7695579" y="24095"/>
                          <a:pt x="7780216" y="0"/>
                        </a:cubicBezTo>
                        <a:cubicBezTo>
                          <a:pt x="7864853" y="-24095"/>
                          <a:pt x="7908775" y="28511"/>
                          <a:pt x="8036576" y="0"/>
                        </a:cubicBezTo>
                        <a:cubicBezTo>
                          <a:pt x="8164377" y="-28511"/>
                          <a:pt x="8574440" y="58668"/>
                          <a:pt x="8859311" y="0"/>
                        </a:cubicBezTo>
                        <a:cubicBezTo>
                          <a:pt x="9144182" y="-58668"/>
                          <a:pt x="8995791" y="2810"/>
                          <a:pt x="9115671" y="0"/>
                        </a:cubicBezTo>
                        <a:cubicBezTo>
                          <a:pt x="9235551" y="-2810"/>
                          <a:pt x="9498764" y="57817"/>
                          <a:pt x="9711856" y="0"/>
                        </a:cubicBezTo>
                        <a:cubicBezTo>
                          <a:pt x="9924949" y="-57817"/>
                          <a:pt x="9902014" y="42847"/>
                          <a:pt x="10081491" y="0"/>
                        </a:cubicBezTo>
                        <a:cubicBezTo>
                          <a:pt x="10260968" y="-42847"/>
                          <a:pt x="10339792" y="22130"/>
                          <a:pt x="10451126" y="0"/>
                        </a:cubicBezTo>
                        <a:cubicBezTo>
                          <a:pt x="10562461" y="-22130"/>
                          <a:pt x="11121904" y="104730"/>
                          <a:pt x="11327518" y="0"/>
                        </a:cubicBezTo>
                        <a:cubicBezTo>
                          <a:pt x="11349373" y="158838"/>
                          <a:pt x="11271907" y="341595"/>
                          <a:pt x="11327518" y="468067"/>
                        </a:cubicBezTo>
                        <a:cubicBezTo>
                          <a:pt x="11383129" y="594539"/>
                          <a:pt x="11290595" y="699903"/>
                          <a:pt x="11327518" y="877626"/>
                        </a:cubicBezTo>
                        <a:cubicBezTo>
                          <a:pt x="11364441" y="1055349"/>
                          <a:pt x="11311139" y="1291464"/>
                          <a:pt x="11327518" y="1462710"/>
                        </a:cubicBezTo>
                        <a:cubicBezTo>
                          <a:pt x="11343897" y="1633956"/>
                          <a:pt x="11294761" y="1835313"/>
                          <a:pt x="11327518" y="1989285"/>
                        </a:cubicBezTo>
                        <a:cubicBezTo>
                          <a:pt x="11360275" y="2143258"/>
                          <a:pt x="11268549" y="2293901"/>
                          <a:pt x="11327518" y="2515860"/>
                        </a:cubicBezTo>
                        <a:cubicBezTo>
                          <a:pt x="11386487" y="2737820"/>
                          <a:pt x="11281097" y="2825914"/>
                          <a:pt x="11327518" y="3042436"/>
                        </a:cubicBezTo>
                        <a:cubicBezTo>
                          <a:pt x="11373939" y="3258958"/>
                          <a:pt x="11295965" y="3331182"/>
                          <a:pt x="11327518" y="3451994"/>
                        </a:cubicBezTo>
                        <a:cubicBezTo>
                          <a:pt x="11359071" y="3572806"/>
                          <a:pt x="11274012" y="3937258"/>
                          <a:pt x="11327518" y="4154095"/>
                        </a:cubicBezTo>
                        <a:cubicBezTo>
                          <a:pt x="11381024" y="4370932"/>
                          <a:pt x="11290036" y="4655051"/>
                          <a:pt x="11327518" y="4856196"/>
                        </a:cubicBezTo>
                        <a:cubicBezTo>
                          <a:pt x="11365000" y="5057341"/>
                          <a:pt x="11326694" y="5162254"/>
                          <a:pt x="11327518" y="5265754"/>
                        </a:cubicBezTo>
                        <a:cubicBezTo>
                          <a:pt x="11328342" y="5369254"/>
                          <a:pt x="11321784" y="5710376"/>
                          <a:pt x="11327518" y="5850838"/>
                        </a:cubicBezTo>
                        <a:cubicBezTo>
                          <a:pt x="11072871" y="5862066"/>
                          <a:pt x="10962964" y="5846984"/>
                          <a:pt x="10731333" y="5850838"/>
                        </a:cubicBezTo>
                        <a:cubicBezTo>
                          <a:pt x="10499702" y="5854692"/>
                          <a:pt x="10526837" y="5846583"/>
                          <a:pt x="10361698" y="5850838"/>
                        </a:cubicBezTo>
                        <a:cubicBezTo>
                          <a:pt x="10196559" y="5855093"/>
                          <a:pt x="10057834" y="5830159"/>
                          <a:pt x="9878788" y="5850838"/>
                        </a:cubicBezTo>
                        <a:cubicBezTo>
                          <a:pt x="9699742" y="5871517"/>
                          <a:pt x="9550020" y="5787227"/>
                          <a:pt x="9282603" y="5850838"/>
                        </a:cubicBezTo>
                        <a:cubicBezTo>
                          <a:pt x="9015187" y="5914449"/>
                          <a:pt x="8809030" y="5811108"/>
                          <a:pt x="8686418" y="5850838"/>
                        </a:cubicBezTo>
                        <a:cubicBezTo>
                          <a:pt x="8563807" y="5890568"/>
                          <a:pt x="8300289" y="5835449"/>
                          <a:pt x="7976957" y="5850838"/>
                        </a:cubicBezTo>
                        <a:cubicBezTo>
                          <a:pt x="7653625" y="5866227"/>
                          <a:pt x="7763164" y="5821858"/>
                          <a:pt x="7607323" y="5850838"/>
                        </a:cubicBezTo>
                        <a:cubicBezTo>
                          <a:pt x="7451482" y="5879818"/>
                          <a:pt x="7369641" y="5823798"/>
                          <a:pt x="7237688" y="5850838"/>
                        </a:cubicBezTo>
                        <a:cubicBezTo>
                          <a:pt x="7105735" y="5877878"/>
                          <a:pt x="6614599" y="5773841"/>
                          <a:pt x="6414952" y="5850838"/>
                        </a:cubicBezTo>
                        <a:cubicBezTo>
                          <a:pt x="6215305" y="5927835"/>
                          <a:pt x="5870983" y="5845212"/>
                          <a:pt x="5592217" y="5850838"/>
                        </a:cubicBezTo>
                        <a:cubicBezTo>
                          <a:pt x="5313451" y="5856464"/>
                          <a:pt x="5130990" y="5785107"/>
                          <a:pt x="4996032" y="5850838"/>
                        </a:cubicBezTo>
                        <a:cubicBezTo>
                          <a:pt x="4861074" y="5916569"/>
                          <a:pt x="4798691" y="5847178"/>
                          <a:pt x="4739672" y="5850838"/>
                        </a:cubicBezTo>
                        <a:cubicBezTo>
                          <a:pt x="4680653" y="5854498"/>
                          <a:pt x="4582011" y="5838269"/>
                          <a:pt x="4483312" y="5850838"/>
                        </a:cubicBezTo>
                        <a:cubicBezTo>
                          <a:pt x="4384613" y="5863407"/>
                          <a:pt x="3858308" y="5760206"/>
                          <a:pt x="3660577" y="5850838"/>
                        </a:cubicBezTo>
                        <a:cubicBezTo>
                          <a:pt x="3462847" y="5941470"/>
                          <a:pt x="3331316" y="5821704"/>
                          <a:pt x="3177667" y="5850838"/>
                        </a:cubicBezTo>
                        <a:cubicBezTo>
                          <a:pt x="3024018" y="5879972"/>
                          <a:pt x="2605027" y="5800646"/>
                          <a:pt x="2354931" y="5850838"/>
                        </a:cubicBezTo>
                        <a:cubicBezTo>
                          <a:pt x="2104835" y="5901030"/>
                          <a:pt x="1968527" y="5805912"/>
                          <a:pt x="1758746" y="5850838"/>
                        </a:cubicBezTo>
                        <a:cubicBezTo>
                          <a:pt x="1548965" y="5895764"/>
                          <a:pt x="1627155" y="5831445"/>
                          <a:pt x="1502387" y="5850838"/>
                        </a:cubicBezTo>
                        <a:cubicBezTo>
                          <a:pt x="1377619" y="5870231"/>
                          <a:pt x="1243411" y="5808250"/>
                          <a:pt x="1132752" y="5850838"/>
                        </a:cubicBezTo>
                        <a:cubicBezTo>
                          <a:pt x="1022093" y="5893426"/>
                          <a:pt x="841842" y="5813802"/>
                          <a:pt x="649842" y="5850838"/>
                        </a:cubicBezTo>
                        <a:cubicBezTo>
                          <a:pt x="457842" y="5887874"/>
                          <a:pt x="316547" y="5817400"/>
                          <a:pt x="0" y="5850838"/>
                        </a:cubicBezTo>
                        <a:cubicBezTo>
                          <a:pt x="-23010" y="5667982"/>
                          <a:pt x="26371" y="5376550"/>
                          <a:pt x="0" y="5207246"/>
                        </a:cubicBezTo>
                        <a:cubicBezTo>
                          <a:pt x="-26371" y="5037942"/>
                          <a:pt x="52499" y="4836475"/>
                          <a:pt x="0" y="4680670"/>
                        </a:cubicBezTo>
                        <a:cubicBezTo>
                          <a:pt x="-52499" y="4524865"/>
                          <a:pt x="38164" y="4424291"/>
                          <a:pt x="0" y="4271112"/>
                        </a:cubicBezTo>
                        <a:cubicBezTo>
                          <a:pt x="-38164" y="4117933"/>
                          <a:pt x="13038" y="3901346"/>
                          <a:pt x="0" y="3569011"/>
                        </a:cubicBezTo>
                        <a:cubicBezTo>
                          <a:pt x="-13038" y="3236676"/>
                          <a:pt x="26246" y="3283733"/>
                          <a:pt x="0" y="3159453"/>
                        </a:cubicBezTo>
                        <a:cubicBezTo>
                          <a:pt x="-26246" y="3035173"/>
                          <a:pt x="16811" y="2759597"/>
                          <a:pt x="0" y="2574369"/>
                        </a:cubicBezTo>
                        <a:cubicBezTo>
                          <a:pt x="-16811" y="2389141"/>
                          <a:pt x="25008" y="2066581"/>
                          <a:pt x="0" y="1872268"/>
                        </a:cubicBezTo>
                        <a:cubicBezTo>
                          <a:pt x="-25008" y="1677955"/>
                          <a:pt x="19918" y="1408387"/>
                          <a:pt x="0" y="1170168"/>
                        </a:cubicBezTo>
                        <a:cubicBezTo>
                          <a:pt x="-19918" y="931949"/>
                          <a:pt x="41231" y="841743"/>
                          <a:pt x="0" y="526575"/>
                        </a:cubicBezTo>
                        <a:cubicBezTo>
                          <a:pt x="-41231" y="211407"/>
                          <a:pt x="52995" y="160001"/>
                          <a:pt x="0" y="0"/>
                        </a:cubicBezTo>
                        <a:close/>
                      </a:path>
                      <a:path w="11327518" h="5850838" stroke="0" extrusionOk="0">
                        <a:moveTo>
                          <a:pt x="0" y="0"/>
                        </a:moveTo>
                        <a:cubicBezTo>
                          <a:pt x="190339" y="-52346"/>
                          <a:pt x="344887" y="51323"/>
                          <a:pt x="482910" y="0"/>
                        </a:cubicBezTo>
                        <a:cubicBezTo>
                          <a:pt x="620933" y="-51323"/>
                          <a:pt x="675871" y="19361"/>
                          <a:pt x="739270" y="0"/>
                        </a:cubicBezTo>
                        <a:cubicBezTo>
                          <a:pt x="802669" y="-19361"/>
                          <a:pt x="1325916" y="92536"/>
                          <a:pt x="1562005" y="0"/>
                        </a:cubicBezTo>
                        <a:cubicBezTo>
                          <a:pt x="1798094" y="-92536"/>
                          <a:pt x="1929995" y="27160"/>
                          <a:pt x="2044915" y="0"/>
                        </a:cubicBezTo>
                        <a:cubicBezTo>
                          <a:pt x="2159835" y="-27160"/>
                          <a:pt x="2302190" y="26229"/>
                          <a:pt x="2527825" y="0"/>
                        </a:cubicBezTo>
                        <a:cubicBezTo>
                          <a:pt x="2753460" y="-26229"/>
                          <a:pt x="3158478" y="63046"/>
                          <a:pt x="3350561" y="0"/>
                        </a:cubicBezTo>
                        <a:cubicBezTo>
                          <a:pt x="3542644" y="-63046"/>
                          <a:pt x="3595952" y="25830"/>
                          <a:pt x="3720195" y="0"/>
                        </a:cubicBezTo>
                        <a:cubicBezTo>
                          <a:pt x="3844438" y="-25830"/>
                          <a:pt x="4252403" y="57654"/>
                          <a:pt x="4542931" y="0"/>
                        </a:cubicBezTo>
                        <a:cubicBezTo>
                          <a:pt x="4833459" y="-57654"/>
                          <a:pt x="5188070" y="23753"/>
                          <a:pt x="5365666" y="0"/>
                        </a:cubicBezTo>
                        <a:cubicBezTo>
                          <a:pt x="5543262" y="-23753"/>
                          <a:pt x="5832864" y="57122"/>
                          <a:pt x="5961852" y="0"/>
                        </a:cubicBezTo>
                        <a:cubicBezTo>
                          <a:pt x="6090840" y="-57122"/>
                          <a:pt x="6563315" y="36277"/>
                          <a:pt x="6784587" y="0"/>
                        </a:cubicBezTo>
                        <a:cubicBezTo>
                          <a:pt x="7005859" y="-36277"/>
                          <a:pt x="7061557" y="9086"/>
                          <a:pt x="7267497" y="0"/>
                        </a:cubicBezTo>
                        <a:cubicBezTo>
                          <a:pt x="7473437" y="-9086"/>
                          <a:pt x="7618214" y="16848"/>
                          <a:pt x="7750407" y="0"/>
                        </a:cubicBezTo>
                        <a:cubicBezTo>
                          <a:pt x="7882600" y="-16848"/>
                          <a:pt x="8156801" y="57895"/>
                          <a:pt x="8459867" y="0"/>
                        </a:cubicBezTo>
                        <a:cubicBezTo>
                          <a:pt x="8762933" y="-57895"/>
                          <a:pt x="8800897" y="52657"/>
                          <a:pt x="8942777" y="0"/>
                        </a:cubicBezTo>
                        <a:cubicBezTo>
                          <a:pt x="9084657" y="-52657"/>
                          <a:pt x="9551186" y="15908"/>
                          <a:pt x="9765513" y="0"/>
                        </a:cubicBezTo>
                        <a:cubicBezTo>
                          <a:pt x="9979840" y="-15908"/>
                          <a:pt x="10213960" y="26999"/>
                          <a:pt x="10588248" y="0"/>
                        </a:cubicBezTo>
                        <a:cubicBezTo>
                          <a:pt x="10962536" y="-26999"/>
                          <a:pt x="10964858" y="21158"/>
                          <a:pt x="11327518" y="0"/>
                        </a:cubicBezTo>
                        <a:cubicBezTo>
                          <a:pt x="11329404" y="204381"/>
                          <a:pt x="11289217" y="381973"/>
                          <a:pt x="11327518" y="526575"/>
                        </a:cubicBezTo>
                        <a:cubicBezTo>
                          <a:pt x="11365819" y="671178"/>
                          <a:pt x="11303432" y="760079"/>
                          <a:pt x="11327518" y="936134"/>
                        </a:cubicBezTo>
                        <a:cubicBezTo>
                          <a:pt x="11351604" y="1112189"/>
                          <a:pt x="11297919" y="1245027"/>
                          <a:pt x="11327518" y="1404201"/>
                        </a:cubicBezTo>
                        <a:cubicBezTo>
                          <a:pt x="11357117" y="1563375"/>
                          <a:pt x="11301602" y="1789758"/>
                          <a:pt x="11327518" y="2047793"/>
                        </a:cubicBezTo>
                        <a:cubicBezTo>
                          <a:pt x="11353434" y="2305828"/>
                          <a:pt x="11265423" y="2366097"/>
                          <a:pt x="11327518" y="2574369"/>
                        </a:cubicBezTo>
                        <a:cubicBezTo>
                          <a:pt x="11389613" y="2782641"/>
                          <a:pt x="11298050" y="2885977"/>
                          <a:pt x="11327518" y="3042436"/>
                        </a:cubicBezTo>
                        <a:cubicBezTo>
                          <a:pt x="11356986" y="3198895"/>
                          <a:pt x="11263295" y="3536795"/>
                          <a:pt x="11327518" y="3686028"/>
                        </a:cubicBezTo>
                        <a:cubicBezTo>
                          <a:pt x="11391741" y="3835261"/>
                          <a:pt x="11265829" y="4108878"/>
                          <a:pt x="11327518" y="4271112"/>
                        </a:cubicBezTo>
                        <a:cubicBezTo>
                          <a:pt x="11389207" y="4433346"/>
                          <a:pt x="11286850" y="4673434"/>
                          <a:pt x="11327518" y="4856196"/>
                        </a:cubicBezTo>
                        <a:cubicBezTo>
                          <a:pt x="11368186" y="5038958"/>
                          <a:pt x="11295571" y="5472768"/>
                          <a:pt x="11327518" y="5850838"/>
                        </a:cubicBezTo>
                        <a:cubicBezTo>
                          <a:pt x="11111307" y="5854150"/>
                          <a:pt x="10831911" y="5818363"/>
                          <a:pt x="10618058" y="5850838"/>
                        </a:cubicBezTo>
                        <a:cubicBezTo>
                          <a:pt x="10404205" y="5883313"/>
                          <a:pt x="10429394" y="5845042"/>
                          <a:pt x="10248423" y="5850838"/>
                        </a:cubicBezTo>
                        <a:cubicBezTo>
                          <a:pt x="10067452" y="5856634"/>
                          <a:pt x="9754262" y="5801999"/>
                          <a:pt x="9538963" y="5850838"/>
                        </a:cubicBezTo>
                        <a:cubicBezTo>
                          <a:pt x="9323664" y="5899677"/>
                          <a:pt x="9361173" y="5826118"/>
                          <a:pt x="9282603" y="5850838"/>
                        </a:cubicBezTo>
                        <a:cubicBezTo>
                          <a:pt x="9204033" y="5875558"/>
                          <a:pt x="8854828" y="5769311"/>
                          <a:pt x="8573143" y="5850838"/>
                        </a:cubicBezTo>
                        <a:cubicBezTo>
                          <a:pt x="8291458" y="5932365"/>
                          <a:pt x="8290328" y="5811605"/>
                          <a:pt x="8203508" y="5850838"/>
                        </a:cubicBezTo>
                        <a:cubicBezTo>
                          <a:pt x="8116688" y="5890071"/>
                          <a:pt x="8057882" y="5831319"/>
                          <a:pt x="7947148" y="5850838"/>
                        </a:cubicBezTo>
                        <a:cubicBezTo>
                          <a:pt x="7836414" y="5870357"/>
                          <a:pt x="7730897" y="5812334"/>
                          <a:pt x="7577513" y="5850838"/>
                        </a:cubicBezTo>
                        <a:cubicBezTo>
                          <a:pt x="7424129" y="5889342"/>
                          <a:pt x="7192735" y="5821747"/>
                          <a:pt x="6868053" y="5850838"/>
                        </a:cubicBezTo>
                        <a:cubicBezTo>
                          <a:pt x="6543371" y="5879929"/>
                          <a:pt x="6663453" y="5837340"/>
                          <a:pt x="6498418" y="5850838"/>
                        </a:cubicBezTo>
                        <a:cubicBezTo>
                          <a:pt x="6333383" y="5864336"/>
                          <a:pt x="6333602" y="5842292"/>
                          <a:pt x="6242059" y="5850838"/>
                        </a:cubicBezTo>
                        <a:cubicBezTo>
                          <a:pt x="6150516" y="5859384"/>
                          <a:pt x="6020687" y="5825363"/>
                          <a:pt x="5872424" y="5850838"/>
                        </a:cubicBezTo>
                        <a:cubicBezTo>
                          <a:pt x="5724161" y="5876313"/>
                          <a:pt x="5575375" y="5837302"/>
                          <a:pt x="5389514" y="5850838"/>
                        </a:cubicBezTo>
                        <a:cubicBezTo>
                          <a:pt x="5203653" y="5864374"/>
                          <a:pt x="4926543" y="5825923"/>
                          <a:pt x="4793329" y="5850838"/>
                        </a:cubicBezTo>
                        <a:cubicBezTo>
                          <a:pt x="4660116" y="5875753"/>
                          <a:pt x="4540325" y="5848753"/>
                          <a:pt x="4423694" y="5850838"/>
                        </a:cubicBezTo>
                        <a:cubicBezTo>
                          <a:pt x="4307063" y="5852923"/>
                          <a:pt x="3918926" y="5782362"/>
                          <a:pt x="3600958" y="5850838"/>
                        </a:cubicBezTo>
                        <a:cubicBezTo>
                          <a:pt x="3282990" y="5919314"/>
                          <a:pt x="3205131" y="5781166"/>
                          <a:pt x="3004773" y="5850838"/>
                        </a:cubicBezTo>
                        <a:cubicBezTo>
                          <a:pt x="2804415" y="5920510"/>
                          <a:pt x="2430364" y="5791142"/>
                          <a:pt x="2182038" y="5850838"/>
                        </a:cubicBezTo>
                        <a:cubicBezTo>
                          <a:pt x="1933712" y="5910534"/>
                          <a:pt x="1721636" y="5784395"/>
                          <a:pt x="1472577" y="5850838"/>
                        </a:cubicBezTo>
                        <a:cubicBezTo>
                          <a:pt x="1223518" y="5917281"/>
                          <a:pt x="1109801" y="5807946"/>
                          <a:pt x="989667" y="5850838"/>
                        </a:cubicBezTo>
                        <a:cubicBezTo>
                          <a:pt x="869533" y="5893730"/>
                          <a:pt x="205328" y="5801417"/>
                          <a:pt x="0" y="5850838"/>
                        </a:cubicBezTo>
                        <a:cubicBezTo>
                          <a:pt x="-47768" y="5640259"/>
                          <a:pt x="9501" y="5481500"/>
                          <a:pt x="0" y="5382771"/>
                        </a:cubicBezTo>
                        <a:cubicBezTo>
                          <a:pt x="-9501" y="5284042"/>
                          <a:pt x="61414" y="5039869"/>
                          <a:pt x="0" y="4797687"/>
                        </a:cubicBezTo>
                        <a:cubicBezTo>
                          <a:pt x="-61414" y="4555505"/>
                          <a:pt x="17056" y="4422475"/>
                          <a:pt x="0" y="4095587"/>
                        </a:cubicBezTo>
                        <a:cubicBezTo>
                          <a:pt x="-17056" y="3768699"/>
                          <a:pt x="35192" y="3648981"/>
                          <a:pt x="0" y="3393486"/>
                        </a:cubicBezTo>
                        <a:cubicBezTo>
                          <a:pt x="-35192" y="3137991"/>
                          <a:pt x="33394" y="3043799"/>
                          <a:pt x="0" y="2749894"/>
                        </a:cubicBezTo>
                        <a:cubicBezTo>
                          <a:pt x="-33394" y="2455989"/>
                          <a:pt x="74061" y="2397224"/>
                          <a:pt x="0" y="2106302"/>
                        </a:cubicBezTo>
                        <a:cubicBezTo>
                          <a:pt x="-74061" y="1815380"/>
                          <a:pt x="61623" y="1626672"/>
                          <a:pt x="0" y="1462710"/>
                        </a:cubicBezTo>
                        <a:cubicBezTo>
                          <a:pt x="-61623" y="1298748"/>
                          <a:pt x="8561" y="1145488"/>
                          <a:pt x="0" y="994642"/>
                        </a:cubicBezTo>
                        <a:cubicBezTo>
                          <a:pt x="-8561" y="843796"/>
                          <a:pt x="79509" y="25923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252846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E38676A9-791B-4BB8-8F7A-AA54D281E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1720" y="534357"/>
            <a:ext cx="11208557" cy="5789282"/>
          </a:xfrm>
          <a:prstGeom prst="rect">
            <a:avLst/>
          </a:prstGeom>
          <a:ln w="76200" cmpd="thinThick">
            <a:solidFill>
              <a:schemeClr val="tx1">
                <a:lumMod val="50000"/>
                <a:lumOff val="5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327518"/>
                      <a:gd name="connsiteY0" fmla="*/ 0 h 5850838"/>
                      <a:gd name="connsiteX1" fmla="*/ 596185 w 11327518"/>
                      <a:gd name="connsiteY1" fmla="*/ 0 h 5850838"/>
                      <a:gd name="connsiteX2" fmla="*/ 852545 w 11327518"/>
                      <a:gd name="connsiteY2" fmla="*/ 0 h 5850838"/>
                      <a:gd name="connsiteX3" fmla="*/ 1562005 w 11327518"/>
                      <a:gd name="connsiteY3" fmla="*/ 0 h 5850838"/>
                      <a:gd name="connsiteX4" fmla="*/ 1818365 w 11327518"/>
                      <a:gd name="connsiteY4" fmla="*/ 0 h 5850838"/>
                      <a:gd name="connsiteX5" fmla="*/ 2414550 w 11327518"/>
                      <a:gd name="connsiteY5" fmla="*/ 0 h 5850838"/>
                      <a:gd name="connsiteX6" fmla="*/ 3237285 w 11327518"/>
                      <a:gd name="connsiteY6" fmla="*/ 0 h 5850838"/>
                      <a:gd name="connsiteX7" fmla="*/ 4060021 w 11327518"/>
                      <a:gd name="connsiteY7" fmla="*/ 0 h 5850838"/>
                      <a:gd name="connsiteX8" fmla="*/ 4769481 w 11327518"/>
                      <a:gd name="connsiteY8" fmla="*/ 0 h 5850838"/>
                      <a:gd name="connsiteX9" fmla="*/ 5252391 w 11327518"/>
                      <a:gd name="connsiteY9" fmla="*/ 0 h 5850838"/>
                      <a:gd name="connsiteX10" fmla="*/ 5508751 w 11327518"/>
                      <a:gd name="connsiteY10" fmla="*/ 0 h 5850838"/>
                      <a:gd name="connsiteX11" fmla="*/ 5991661 w 11327518"/>
                      <a:gd name="connsiteY11" fmla="*/ 0 h 5850838"/>
                      <a:gd name="connsiteX12" fmla="*/ 6701121 w 11327518"/>
                      <a:gd name="connsiteY12" fmla="*/ 0 h 5850838"/>
                      <a:gd name="connsiteX13" fmla="*/ 7523857 w 11327518"/>
                      <a:gd name="connsiteY13" fmla="*/ 0 h 5850838"/>
                      <a:gd name="connsiteX14" fmla="*/ 7780216 w 11327518"/>
                      <a:gd name="connsiteY14" fmla="*/ 0 h 5850838"/>
                      <a:gd name="connsiteX15" fmla="*/ 8036576 w 11327518"/>
                      <a:gd name="connsiteY15" fmla="*/ 0 h 5850838"/>
                      <a:gd name="connsiteX16" fmla="*/ 8859311 w 11327518"/>
                      <a:gd name="connsiteY16" fmla="*/ 0 h 5850838"/>
                      <a:gd name="connsiteX17" fmla="*/ 9115671 w 11327518"/>
                      <a:gd name="connsiteY17" fmla="*/ 0 h 5850838"/>
                      <a:gd name="connsiteX18" fmla="*/ 9711856 w 11327518"/>
                      <a:gd name="connsiteY18" fmla="*/ 0 h 5850838"/>
                      <a:gd name="connsiteX19" fmla="*/ 10081491 w 11327518"/>
                      <a:gd name="connsiteY19" fmla="*/ 0 h 5850838"/>
                      <a:gd name="connsiteX20" fmla="*/ 10451126 w 11327518"/>
                      <a:gd name="connsiteY20" fmla="*/ 0 h 5850838"/>
                      <a:gd name="connsiteX21" fmla="*/ 11327518 w 11327518"/>
                      <a:gd name="connsiteY21" fmla="*/ 0 h 5850838"/>
                      <a:gd name="connsiteX22" fmla="*/ 11327518 w 11327518"/>
                      <a:gd name="connsiteY22" fmla="*/ 468067 h 5850838"/>
                      <a:gd name="connsiteX23" fmla="*/ 11327518 w 11327518"/>
                      <a:gd name="connsiteY23" fmla="*/ 877626 h 5850838"/>
                      <a:gd name="connsiteX24" fmla="*/ 11327518 w 11327518"/>
                      <a:gd name="connsiteY24" fmla="*/ 1462710 h 5850838"/>
                      <a:gd name="connsiteX25" fmla="*/ 11327518 w 11327518"/>
                      <a:gd name="connsiteY25" fmla="*/ 1989285 h 5850838"/>
                      <a:gd name="connsiteX26" fmla="*/ 11327518 w 11327518"/>
                      <a:gd name="connsiteY26" fmla="*/ 2515860 h 5850838"/>
                      <a:gd name="connsiteX27" fmla="*/ 11327518 w 11327518"/>
                      <a:gd name="connsiteY27" fmla="*/ 3042436 h 5850838"/>
                      <a:gd name="connsiteX28" fmla="*/ 11327518 w 11327518"/>
                      <a:gd name="connsiteY28" fmla="*/ 3451994 h 5850838"/>
                      <a:gd name="connsiteX29" fmla="*/ 11327518 w 11327518"/>
                      <a:gd name="connsiteY29" fmla="*/ 4154095 h 5850838"/>
                      <a:gd name="connsiteX30" fmla="*/ 11327518 w 11327518"/>
                      <a:gd name="connsiteY30" fmla="*/ 4856196 h 5850838"/>
                      <a:gd name="connsiteX31" fmla="*/ 11327518 w 11327518"/>
                      <a:gd name="connsiteY31" fmla="*/ 5265754 h 5850838"/>
                      <a:gd name="connsiteX32" fmla="*/ 11327518 w 11327518"/>
                      <a:gd name="connsiteY32" fmla="*/ 5850838 h 5850838"/>
                      <a:gd name="connsiteX33" fmla="*/ 10731333 w 11327518"/>
                      <a:gd name="connsiteY33" fmla="*/ 5850838 h 5850838"/>
                      <a:gd name="connsiteX34" fmla="*/ 10361698 w 11327518"/>
                      <a:gd name="connsiteY34" fmla="*/ 5850838 h 5850838"/>
                      <a:gd name="connsiteX35" fmla="*/ 9878788 w 11327518"/>
                      <a:gd name="connsiteY35" fmla="*/ 5850838 h 5850838"/>
                      <a:gd name="connsiteX36" fmla="*/ 9282603 w 11327518"/>
                      <a:gd name="connsiteY36" fmla="*/ 5850838 h 5850838"/>
                      <a:gd name="connsiteX37" fmla="*/ 8686418 w 11327518"/>
                      <a:gd name="connsiteY37" fmla="*/ 5850838 h 5850838"/>
                      <a:gd name="connsiteX38" fmla="*/ 7976957 w 11327518"/>
                      <a:gd name="connsiteY38" fmla="*/ 5850838 h 5850838"/>
                      <a:gd name="connsiteX39" fmla="*/ 7607323 w 11327518"/>
                      <a:gd name="connsiteY39" fmla="*/ 5850838 h 5850838"/>
                      <a:gd name="connsiteX40" fmla="*/ 7237688 w 11327518"/>
                      <a:gd name="connsiteY40" fmla="*/ 5850838 h 5850838"/>
                      <a:gd name="connsiteX41" fmla="*/ 6414952 w 11327518"/>
                      <a:gd name="connsiteY41" fmla="*/ 5850838 h 5850838"/>
                      <a:gd name="connsiteX42" fmla="*/ 5592217 w 11327518"/>
                      <a:gd name="connsiteY42" fmla="*/ 5850838 h 5850838"/>
                      <a:gd name="connsiteX43" fmla="*/ 4996032 w 11327518"/>
                      <a:gd name="connsiteY43" fmla="*/ 5850838 h 5850838"/>
                      <a:gd name="connsiteX44" fmla="*/ 4739672 w 11327518"/>
                      <a:gd name="connsiteY44" fmla="*/ 5850838 h 5850838"/>
                      <a:gd name="connsiteX45" fmla="*/ 4483312 w 11327518"/>
                      <a:gd name="connsiteY45" fmla="*/ 5850838 h 5850838"/>
                      <a:gd name="connsiteX46" fmla="*/ 3660577 w 11327518"/>
                      <a:gd name="connsiteY46" fmla="*/ 5850838 h 5850838"/>
                      <a:gd name="connsiteX47" fmla="*/ 3177667 w 11327518"/>
                      <a:gd name="connsiteY47" fmla="*/ 5850838 h 5850838"/>
                      <a:gd name="connsiteX48" fmla="*/ 2354931 w 11327518"/>
                      <a:gd name="connsiteY48" fmla="*/ 5850838 h 5850838"/>
                      <a:gd name="connsiteX49" fmla="*/ 1758746 w 11327518"/>
                      <a:gd name="connsiteY49" fmla="*/ 5850838 h 5850838"/>
                      <a:gd name="connsiteX50" fmla="*/ 1502387 w 11327518"/>
                      <a:gd name="connsiteY50" fmla="*/ 5850838 h 5850838"/>
                      <a:gd name="connsiteX51" fmla="*/ 1132752 w 11327518"/>
                      <a:gd name="connsiteY51" fmla="*/ 5850838 h 5850838"/>
                      <a:gd name="connsiteX52" fmla="*/ 649842 w 11327518"/>
                      <a:gd name="connsiteY52" fmla="*/ 5850838 h 5850838"/>
                      <a:gd name="connsiteX53" fmla="*/ 0 w 11327518"/>
                      <a:gd name="connsiteY53" fmla="*/ 5850838 h 5850838"/>
                      <a:gd name="connsiteX54" fmla="*/ 0 w 11327518"/>
                      <a:gd name="connsiteY54" fmla="*/ 5207246 h 5850838"/>
                      <a:gd name="connsiteX55" fmla="*/ 0 w 11327518"/>
                      <a:gd name="connsiteY55" fmla="*/ 4680670 h 5850838"/>
                      <a:gd name="connsiteX56" fmla="*/ 0 w 11327518"/>
                      <a:gd name="connsiteY56" fmla="*/ 4271112 h 5850838"/>
                      <a:gd name="connsiteX57" fmla="*/ 0 w 11327518"/>
                      <a:gd name="connsiteY57" fmla="*/ 3569011 h 5850838"/>
                      <a:gd name="connsiteX58" fmla="*/ 0 w 11327518"/>
                      <a:gd name="connsiteY58" fmla="*/ 3159453 h 5850838"/>
                      <a:gd name="connsiteX59" fmla="*/ 0 w 11327518"/>
                      <a:gd name="connsiteY59" fmla="*/ 2574369 h 5850838"/>
                      <a:gd name="connsiteX60" fmla="*/ 0 w 11327518"/>
                      <a:gd name="connsiteY60" fmla="*/ 1872268 h 5850838"/>
                      <a:gd name="connsiteX61" fmla="*/ 0 w 11327518"/>
                      <a:gd name="connsiteY61" fmla="*/ 1170168 h 5850838"/>
                      <a:gd name="connsiteX62" fmla="*/ 0 w 11327518"/>
                      <a:gd name="connsiteY62" fmla="*/ 526575 h 5850838"/>
                      <a:gd name="connsiteX63" fmla="*/ 0 w 11327518"/>
                      <a:gd name="connsiteY63" fmla="*/ 0 h 58508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</a:cxnLst>
                    <a:rect l="l" t="t" r="r" b="b"/>
                    <a:pathLst>
                      <a:path w="11327518" h="5850838" fill="none" extrusionOk="0">
                        <a:moveTo>
                          <a:pt x="0" y="0"/>
                        </a:moveTo>
                        <a:cubicBezTo>
                          <a:pt x="199623" y="-38443"/>
                          <a:pt x="325669" y="57039"/>
                          <a:pt x="596185" y="0"/>
                        </a:cubicBezTo>
                        <a:cubicBezTo>
                          <a:pt x="866701" y="-57039"/>
                          <a:pt x="787814" y="30420"/>
                          <a:pt x="852545" y="0"/>
                        </a:cubicBezTo>
                        <a:cubicBezTo>
                          <a:pt x="917276" y="-30420"/>
                          <a:pt x="1407839" y="47840"/>
                          <a:pt x="1562005" y="0"/>
                        </a:cubicBezTo>
                        <a:cubicBezTo>
                          <a:pt x="1716171" y="-47840"/>
                          <a:pt x="1731284" y="20803"/>
                          <a:pt x="1818365" y="0"/>
                        </a:cubicBezTo>
                        <a:cubicBezTo>
                          <a:pt x="1905446" y="-20803"/>
                          <a:pt x="2249380" y="26975"/>
                          <a:pt x="2414550" y="0"/>
                        </a:cubicBezTo>
                        <a:cubicBezTo>
                          <a:pt x="2579720" y="-26975"/>
                          <a:pt x="2915166" y="64698"/>
                          <a:pt x="3237285" y="0"/>
                        </a:cubicBezTo>
                        <a:cubicBezTo>
                          <a:pt x="3559405" y="-64698"/>
                          <a:pt x="3882863" y="66094"/>
                          <a:pt x="4060021" y="0"/>
                        </a:cubicBezTo>
                        <a:cubicBezTo>
                          <a:pt x="4237179" y="-66094"/>
                          <a:pt x="4467026" y="6500"/>
                          <a:pt x="4769481" y="0"/>
                        </a:cubicBezTo>
                        <a:cubicBezTo>
                          <a:pt x="5071936" y="-6500"/>
                          <a:pt x="5093310" y="50141"/>
                          <a:pt x="5252391" y="0"/>
                        </a:cubicBezTo>
                        <a:cubicBezTo>
                          <a:pt x="5411472" y="-50141"/>
                          <a:pt x="5436744" y="20958"/>
                          <a:pt x="5508751" y="0"/>
                        </a:cubicBezTo>
                        <a:cubicBezTo>
                          <a:pt x="5580758" y="-20958"/>
                          <a:pt x="5871744" y="16120"/>
                          <a:pt x="5991661" y="0"/>
                        </a:cubicBezTo>
                        <a:cubicBezTo>
                          <a:pt x="6111578" y="-16120"/>
                          <a:pt x="6531829" y="10514"/>
                          <a:pt x="6701121" y="0"/>
                        </a:cubicBezTo>
                        <a:cubicBezTo>
                          <a:pt x="6870413" y="-10514"/>
                          <a:pt x="7297743" y="27207"/>
                          <a:pt x="7523857" y="0"/>
                        </a:cubicBezTo>
                        <a:cubicBezTo>
                          <a:pt x="7749971" y="-27207"/>
                          <a:pt x="7695579" y="24095"/>
                          <a:pt x="7780216" y="0"/>
                        </a:cubicBezTo>
                        <a:cubicBezTo>
                          <a:pt x="7864853" y="-24095"/>
                          <a:pt x="7908775" y="28511"/>
                          <a:pt x="8036576" y="0"/>
                        </a:cubicBezTo>
                        <a:cubicBezTo>
                          <a:pt x="8164377" y="-28511"/>
                          <a:pt x="8574440" y="58668"/>
                          <a:pt x="8859311" y="0"/>
                        </a:cubicBezTo>
                        <a:cubicBezTo>
                          <a:pt x="9144182" y="-58668"/>
                          <a:pt x="8995791" y="2810"/>
                          <a:pt x="9115671" y="0"/>
                        </a:cubicBezTo>
                        <a:cubicBezTo>
                          <a:pt x="9235551" y="-2810"/>
                          <a:pt x="9498764" y="57817"/>
                          <a:pt x="9711856" y="0"/>
                        </a:cubicBezTo>
                        <a:cubicBezTo>
                          <a:pt x="9924949" y="-57817"/>
                          <a:pt x="9902014" y="42847"/>
                          <a:pt x="10081491" y="0"/>
                        </a:cubicBezTo>
                        <a:cubicBezTo>
                          <a:pt x="10260968" y="-42847"/>
                          <a:pt x="10339792" y="22130"/>
                          <a:pt x="10451126" y="0"/>
                        </a:cubicBezTo>
                        <a:cubicBezTo>
                          <a:pt x="10562461" y="-22130"/>
                          <a:pt x="11121904" y="104730"/>
                          <a:pt x="11327518" y="0"/>
                        </a:cubicBezTo>
                        <a:cubicBezTo>
                          <a:pt x="11349373" y="158838"/>
                          <a:pt x="11271907" y="341595"/>
                          <a:pt x="11327518" y="468067"/>
                        </a:cubicBezTo>
                        <a:cubicBezTo>
                          <a:pt x="11383129" y="594539"/>
                          <a:pt x="11290595" y="699903"/>
                          <a:pt x="11327518" y="877626"/>
                        </a:cubicBezTo>
                        <a:cubicBezTo>
                          <a:pt x="11364441" y="1055349"/>
                          <a:pt x="11311139" y="1291464"/>
                          <a:pt x="11327518" y="1462710"/>
                        </a:cubicBezTo>
                        <a:cubicBezTo>
                          <a:pt x="11343897" y="1633956"/>
                          <a:pt x="11294761" y="1835313"/>
                          <a:pt x="11327518" y="1989285"/>
                        </a:cubicBezTo>
                        <a:cubicBezTo>
                          <a:pt x="11360275" y="2143258"/>
                          <a:pt x="11268549" y="2293901"/>
                          <a:pt x="11327518" y="2515860"/>
                        </a:cubicBezTo>
                        <a:cubicBezTo>
                          <a:pt x="11386487" y="2737820"/>
                          <a:pt x="11281097" y="2825914"/>
                          <a:pt x="11327518" y="3042436"/>
                        </a:cubicBezTo>
                        <a:cubicBezTo>
                          <a:pt x="11373939" y="3258958"/>
                          <a:pt x="11295965" y="3331182"/>
                          <a:pt x="11327518" y="3451994"/>
                        </a:cubicBezTo>
                        <a:cubicBezTo>
                          <a:pt x="11359071" y="3572806"/>
                          <a:pt x="11274012" y="3937258"/>
                          <a:pt x="11327518" y="4154095"/>
                        </a:cubicBezTo>
                        <a:cubicBezTo>
                          <a:pt x="11381024" y="4370932"/>
                          <a:pt x="11290036" y="4655051"/>
                          <a:pt x="11327518" y="4856196"/>
                        </a:cubicBezTo>
                        <a:cubicBezTo>
                          <a:pt x="11365000" y="5057341"/>
                          <a:pt x="11326694" y="5162254"/>
                          <a:pt x="11327518" y="5265754"/>
                        </a:cubicBezTo>
                        <a:cubicBezTo>
                          <a:pt x="11328342" y="5369254"/>
                          <a:pt x="11321784" y="5710376"/>
                          <a:pt x="11327518" y="5850838"/>
                        </a:cubicBezTo>
                        <a:cubicBezTo>
                          <a:pt x="11072871" y="5862066"/>
                          <a:pt x="10962964" y="5846984"/>
                          <a:pt x="10731333" y="5850838"/>
                        </a:cubicBezTo>
                        <a:cubicBezTo>
                          <a:pt x="10499702" y="5854692"/>
                          <a:pt x="10526837" y="5846583"/>
                          <a:pt x="10361698" y="5850838"/>
                        </a:cubicBezTo>
                        <a:cubicBezTo>
                          <a:pt x="10196559" y="5855093"/>
                          <a:pt x="10057834" y="5830159"/>
                          <a:pt x="9878788" y="5850838"/>
                        </a:cubicBezTo>
                        <a:cubicBezTo>
                          <a:pt x="9699742" y="5871517"/>
                          <a:pt x="9550020" y="5787227"/>
                          <a:pt x="9282603" y="5850838"/>
                        </a:cubicBezTo>
                        <a:cubicBezTo>
                          <a:pt x="9015187" y="5914449"/>
                          <a:pt x="8809030" y="5811108"/>
                          <a:pt x="8686418" y="5850838"/>
                        </a:cubicBezTo>
                        <a:cubicBezTo>
                          <a:pt x="8563807" y="5890568"/>
                          <a:pt x="8300289" y="5835449"/>
                          <a:pt x="7976957" y="5850838"/>
                        </a:cubicBezTo>
                        <a:cubicBezTo>
                          <a:pt x="7653625" y="5866227"/>
                          <a:pt x="7763164" y="5821858"/>
                          <a:pt x="7607323" y="5850838"/>
                        </a:cubicBezTo>
                        <a:cubicBezTo>
                          <a:pt x="7451482" y="5879818"/>
                          <a:pt x="7369641" y="5823798"/>
                          <a:pt x="7237688" y="5850838"/>
                        </a:cubicBezTo>
                        <a:cubicBezTo>
                          <a:pt x="7105735" y="5877878"/>
                          <a:pt x="6614599" y="5773841"/>
                          <a:pt x="6414952" y="5850838"/>
                        </a:cubicBezTo>
                        <a:cubicBezTo>
                          <a:pt x="6215305" y="5927835"/>
                          <a:pt x="5870983" y="5845212"/>
                          <a:pt x="5592217" y="5850838"/>
                        </a:cubicBezTo>
                        <a:cubicBezTo>
                          <a:pt x="5313451" y="5856464"/>
                          <a:pt x="5130990" y="5785107"/>
                          <a:pt x="4996032" y="5850838"/>
                        </a:cubicBezTo>
                        <a:cubicBezTo>
                          <a:pt x="4861074" y="5916569"/>
                          <a:pt x="4798691" y="5847178"/>
                          <a:pt x="4739672" y="5850838"/>
                        </a:cubicBezTo>
                        <a:cubicBezTo>
                          <a:pt x="4680653" y="5854498"/>
                          <a:pt x="4582011" y="5838269"/>
                          <a:pt x="4483312" y="5850838"/>
                        </a:cubicBezTo>
                        <a:cubicBezTo>
                          <a:pt x="4384613" y="5863407"/>
                          <a:pt x="3858308" y="5760206"/>
                          <a:pt x="3660577" y="5850838"/>
                        </a:cubicBezTo>
                        <a:cubicBezTo>
                          <a:pt x="3462847" y="5941470"/>
                          <a:pt x="3331316" y="5821704"/>
                          <a:pt x="3177667" y="5850838"/>
                        </a:cubicBezTo>
                        <a:cubicBezTo>
                          <a:pt x="3024018" y="5879972"/>
                          <a:pt x="2605027" y="5800646"/>
                          <a:pt x="2354931" y="5850838"/>
                        </a:cubicBezTo>
                        <a:cubicBezTo>
                          <a:pt x="2104835" y="5901030"/>
                          <a:pt x="1968527" y="5805912"/>
                          <a:pt x="1758746" y="5850838"/>
                        </a:cubicBezTo>
                        <a:cubicBezTo>
                          <a:pt x="1548965" y="5895764"/>
                          <a:pt x="1627155" y="5831445"/>
                          <a:pt x="1502387" y="5850838"/>
                        </a:cubicBezTo>
                        <a:cubicBezTo>
                          <a:pt x="1377619" y="5870231"/>
                          <a:pt x="1243411" y="5808250"/>
                          <a:pt x="1132752" y="5850838"/>
                        </a:cubicBezTo>
                        <a:cubicBezTo>
                          <a:pt x="1022093" y="5893426"/>
                          <a:pt x="841842" y="5813802"/>
                          <a:pt x="649842" y="5850838"/>
                        </a:cubicBezTo>
                        <a:cubicBezTo>
                          <a:pt x="457842" y="5887874"/>
                          <a:pt x="316547" y="5817400"/>
                          <a:pt x="0" y="5850838"/>
                        </a:cubicBezTo>
                        <a:cubicBezTo>
                          <a:pt x="-23010" y="5667982"/>
                          <a:pt x="26371" y="5376550"/>
                          <a:pt x="0" y="5207246"/>
                        </a:cubicBezTo>
                        <a:cubicBezTo>
                          <a:pt x="-26371" y="5037942"/>
                          <a:pt x="52499" y="4836475"/>
                          <a:pt x="0" y="4680670"/>
                        </a:cubicBezTo>
                        <a:cubicBezTo>
                          <a:pt x="-52499" y="4524865"/>
                          <a:pt x="38164" y="4424291"/>
                          <a:pt x="0" y="4271112"/>
                        </a:cubicBezTo>
                        <a:cubicBezTo>
                          <a:pt x="-38164" y="4117933"/>
                          <a:pt x="13038" y="3901346"/>
                          <a:pt x="0" y="3569011"/>
                        </a:cubicBezTo>
                        <a:cubicBezTo>
                          <a:pt x="-13038" y="3236676"/>
                          <a:pt x="26246" y="3283733"/>
                          <a:pt x="0" y="3159453"/>
                        </a:cubicBezTo>
                        <a:cubicBezTo>
                          <a:pt x="-26246" y="3035173"/>
                          <a:pt x="16811" y="2759597"/>
                          <a:pt x="0" y="2574369"/>
                        </a:cubicBezTo>
                        <a:cubicBezTo>
                          <a:pt x="-16811" y="2389141"/>
                          <a:pt x="25008" y="2066581"/>
                          <a:pt x="0" y="1872268"/>
                        </a:cubicBezTo>
                        <a:cubicBezTo>
                          <a:pt x="-25008" y="1677955"/>
                          <a:pt x="19918" y="1408387"/>
                          <a:pt x="0" y="1170168"/>
                        </a:cubicBezTo>
                        <a:cubicBezTo>
                          <a:pt x="-19918" y="931949"/>
                          <a:pt x="41231" y="841743"/>
                          <a:pt x="0" y="526575"/>
                        </a:cubicBezTo>
                        <a:cubicBezTo>
                          <a:pt x="-41231" y="211407"/>
                          <a:pt x="52995" y="160001"/>
                          <a:pt x="0" y="0"/>
                        </a:cubicBezTo>
                        <a:close/>
                      </a:path>
                      <a:path w="11327518" h="5850838" stroke="0" extrusionOk="0">
                        <a:moveTo>
                          <a:pt x="0" y="0"/>
                        </a:moveTo>
                        <a:cubicBezTo>
                          <a:pt x="190339" y="-52346"/>
                          <a:pt x="344887" y="51323"/>
                          <a:pt x="482910" y="0"/>
                        </a:cubicBezTo>
                        <a:cubicBezTo>
                          <a:pt x="620933" y="-51323"/>
                          <a:pt x="675871" y="19361"/>
                          <a:pt x="739270" y="0"/>
                        </a:cubicBezTo>
                        <a:cubicBezTo>
                          <a:pt x="802669" y="-19361"/>
                          <a:pt x="1325916" y="92536"/>
                          <a:pt x="1562005" y="0"/>
                        </a:cubicBezTo>
                        <a:cubicBezTo>
                          <a:pt x="1798094" y="-92536"/>
                          <a:pt x="1929995" y="27160"/>
                          <a:pt x="2044915" y="0"/>
                        </a:cubicBezTo>
                        <a:cubicBezTo>
                          <a:pt x="2159835" y="-27160"/>
                          <a:pt x="2302190" y="26229"/>
                          <a:pt x="2527825" y="0"/>
                        </a:cubicBezTo>
                        <a:cubicBezTo>
                          <a:pt x="2753460" y="-26229"/>
                          <a:pt x="3158478" y="63046"/>
                          <a:pt x="3350561" y="0"/>
                        </a:cubicBezTo>
                        <a:cubicBezTo>
                          <a:pt x="3542644" y="-63046"/>
                          <a:pt x="3595952" y="25830"/>
                          <a:pt x="3720195" y="0"/>
                        </a:cubicBezTo>
                        <a:cubicBezTo>
                          <a:pt x="3844438" y="-25830"/>
                          <a:pt x="4252403" y="57654"/>
                          <a:pt x="4542931" y="0"/>
                        </a:cubicBezTo>
                        <a:cubicBezTo>
                          <a:pt x="4833459" y="-57654"/>
                          <a:pt x="5188070" y="23753"/>
                          <a:pt x="5365666" y="0"/>
                        </a:cubicBezTo>
                        <a:cubicBezTo>
                          <a:pt x="5543262" y="-23753"/>
                          <a:pt x="5832864" y="57122"/>
                          <a:pt x="5961852" y="0"/>
                        </a:cubicBezTo>
                        <a:cubicBezTo>
                          <a:pt x="6090840" y="-57122"/>
                          <a:pt x="6563315" y="36277"/>
                          <a:pt x="6784587" y="0"/>
                        </a:cubicBezTo>
                        <a:cubicBezTo>
                          <a:pt x="7005859" y="-36277"/>
                          <a:pt x="7061557" y="9086"/>
                          <a:pt x="7267497" y="0"/>
                        </a:cubicBezTo>
                        <a:cubicBezTo>
                          <a:pt x="7473437" y="-9086"/>
                          <a:pt x="7618214" y="16848"/>
                          <a:pt x="7750407" y="0"/>
                        </a:cubicBezTo>
                        <a:cubicBezTo>
                          <a:pt x="7882600" y="-16848"/>
                          <a:pt x="8156801" y="57895"/>
                          <a:pt x="8459867" y="0"/>
                        </a:cubicBezTo>
                        <a:cubicBezTo>
                          <a:pt x="8762933" y="-57895"/>
                          <a:pt x="8800897" y="52657"/>
                          <a:pt x="8942777" y="0"/>
                        </a:cubicBezTo>
                        <a:cubicBezTo>
                          <a:pt x="9084657" y="-52657"/>
                          <a:pt x="9551186" y="15908"/>
                          <a:pt x="9765513" y="0"/>
                        </a:cubicBezTo>
                        <a:cubicBezTo>
                          <a:pt x="9979840" y="-15908"/>
                          <a:pt x="10213960" y="26999"/>
                          <a:pt x="10588248" y="0"/>
                        </a:cubicBezTo>
                        <a:cubicBezTo>
                          <a:pt x="10962536" y="-26999"/>
                          <a:pt x="10964858" y="21158"/>
                          <a:pt x="11327518" y="0"/>
                        </a:cubicBezTo>
                        <a:cubicBezTo>
                          <a:pt x="11329404" y="204381"/>
                          <a:pt x="11289217" y="381973"/>
                          <a:pt x="11327518" y="526575"/>
                        </a:cubicBezTo>
                        <a:cubicBezTo>
                          <a:pt x="11365819" y="671178"/>
                          <a:pt x="11303432" y="760079"/>
                          <a:pt x="11327518" y="936134"/>
                        </a:cubicBezTo>
                        <a:cubicBezTo>
                          <a:pt x="11351604" y="1112189"/>
                          <a:pt x="11297919" y="1245027"/>
                          <a:pt x="11327518" y="1404201"/>
                        </a:cubicBezTo>
                        <a:cubicBezTo>
                          <a:pt x="11357117" y="1563375"/>
                          <a:pt x="11301602" y="1789758"/>
                          <a:pt x="11327518" y="2047793"/>
                        </a:cubicBezTo>
                        <a:cubicBezTo>
                          <a:pt x="11353434" y="2305828"/>
                          <a:pt x="11265423" y="2366097"/>
                          <a:pt x="11327518" y="2574369"/>
                        </a:cubicBezTo>
                        <a:cubicBezTo>
                          <a:pt x="11389613" y="2782641"/>
                          <a:pt x="11298050" y="2885977"/>
                          <a:pt x="11327518" y="3042436"/>
                        </a:cubicBezTo>
                        <a:cubicBezTo>
                          <a:pt x="11356986" y="3198895"/>
                          <a:pt x="11263295" y="3536795"/>
                          <a:pt x="11327518" y="3686028"/>
                        </a:cubicBezTo>
                        <a:cubicBezTo>
                          <a:pt x="11391741" y="3835261"/>
                          <a:pt x="11265829" y="4108878"/>
                          <a:pt x="11327518" y="4271112"/>
                        </a:cubicBezTo>
                        <a:cubicBezTo>
                          <a:pt x="11389207" y="4433346"/>
                          <a:pt x="11286850" y="4673434"/>
                          <a:pt x="11327518" y="4856196"/>
                        </a:cubicBezTo>
                        <a:cubicBezTo>
                          <a:pt x="11368186" y="5038958"/>
                          <a:pt x="11295571" y="5472768"/>
                          <a:pt x="11327518" y="5850838"/>
                        </a:cubicBezTo>
                        <a:cubicBezTo>
                          <a:pt x="11111307" y="5854150"/>
                          <a:pt x="10831911" y="5818363"/>
                          <a:pt x="10618058" y="5850838"/>
                        </a:cubicBezTo>
                        <a:cubicBezTo>
                          <a:pt x="10404205" y="5883313"/>
                          <a:pt x="10429394" y="5845042"/>
                          <a:pt x="10248423" y="5850838"/>
                        </a:cubicBezTo>
                        <a:cubicBezTo>
                          <a:pt x="10067452" y="5856634"/>
                          <a:pt x="9754262" y="5801999"/>
                          <a:pt x="9538963" y="5850838"/>
                        </a:cubicBezTo>
                        <a:cubicBezTo>
                          <a:pt x="9323664" y="5899677"/>
                          <a:pt x="9361173" y="5826118"/>
                          <a:pt x="9282603" y="5850838"/>
                        </a:cubicBezTo>
                        <a:cubicBezTo>
                          <a:pt x="9204033" y="5875558"/>
                          <a:pt x="8854828" y="5769311"/>
                          <a:pt x="8573143" y="5850838"/>
                        </a:cubicBezTo>
                        <a:cubicBezTo>
                          <a:pt x="8291458" y="5932365"/>
                          <a:pt x="8290328" y="5811605"/>
                          <a:pt x="8203508" y="5850838"/>
                        </a:cubicBezTo>
                        <a:cubicBezTo>
                          <a:pt x="8116688" y="5890071"/>
                          <a:pt x="8057882" y="5831319"/>
                          <a:pt x="7947148" y="5850838"/>
                        </a:cubicBezTo>
                        <a:cubicBezTo>
                          <a:pt x="7836414" y="5870357"/>
                          <a:pt x="7730897" y="5812334"/>
                          <a:pt x="7577513" y="5850838"/>
                        </a:cubicBezTo>
                        <a:cubicBezTo>
                          <a:pt x="7424129" y="5889342"/>
                          <a:pt x="7192735" y="5821747"/>
                          <a:pt x="6868053" y="5850838"/>
                        </a:cubicBezTo>
                        <a:cubicBezTo>
                          <a:pt x="6543371" y="5879929"/>
                          <a:pt x="6663453" y="5837340"/>
                          <a:pt x="6498418" y="5850838"/>
                        </a:cubicBezTo>
                        <a:cubicBezTo>
                          <a:pt x="6333383" y="5864336"/>
                          <a:pt x="6333602" y="5842292"/>
                          <a:pt x="6242059" y="5850838"/>
                        </a:cubicBezTo>
                        <a:cubicBezTo>
                          <a:pt x="6150516" y="5859384"/>
                          <a:pt x="6020687" y="5825363"/>
                          <a:pt x="5872424" y="5850838"/>
                        </a:cubicBezTo>
                        <a:cubicBezTo>
                          <a:pt x="5724161" y="5876313"/>
                          <a:pt x="5575375" y="5837302"/>
                          <a:pt x="5389514" y="5850838"/>
                        </a:cubicBezTo>
                        <a:cubicBezTo>
                          <a:pt x="5203653" y="5864374"/>
                          <a:pt x="4926543" y="5825923"/>
                          <a:pt x="4793329" y="5850838"/>
                        </a:cubicBezTo>
                        <a:cubicBezTo>
                          <a:pt x="4660116" y="5875753"/>
                          <a:pt x="4540325" y="5848753"/>
                          <a:pt x="4423694" y="5850838"/>
                        </a:cubicBezTo>
                        <a:cubicBezTo>
                          <a:pt x="4307063" y="5852923"/>
                          <a:pt x="3918926" y="5782362"/>
                          <a:pt x="3600958" y="5850838"/>
                        </a:cubicBezTo>
                        <a:cubicBezTo>
                          <a:pt x="3282990" y="5919314"/>
                          <a:pt x="3205131" y="5781166"/>
                          <a:pt x="3004773" y="5850838"/>
                        </a:cubicBezTo>
                        <a:cubicBezTo>
                          <a:pt x="2804415" y="5920510"/>
                          <a:pt x="2430364" y="5791142"/>
                          <a:pt x="2182038" y="5850838"/>
                        </a:cubicBezTo>
                        <a:cubicBezTo>
                          <a:pt x="1933712" y="5910534"/>
                          <a:pt x="1721636" y="5784395"/>
                          <a:pt x="1472577" y="5850838"/>
                        </a:cubicBezTo>
                        <a:cubicBezTo>
                          <a:pt x="1223518" y="5917281"/>
                          <a:pt x="1109801" y="5807946"/>
                          <a:pt x="989667" y="5850838"/>
                        </a:cubicBezTo>
                        <a:cubicBezTo>
                          <a:pt x="869533" y="5893730"/>
                          <a:pt x="205328" y="5801417"/>
                          <a:pt x="0" y="5850838"/>
                        </a:cubicBezTo>
                        <a:cubicBezTo>
                          <a:pt x="-47768" y="5640259"/>
                          <a:pt x="9501" y="5481500"/>
                          <a:pt x="0" y="5382771"/>
                        </a:cubicBezTo>
                        <a:cubicBezTo>
                          <a:pt x="-9501" y="5284042"/>
                          <a:pt x="61414" y="5039869"/>
                          <a:pt x="0" y="4797687"/>
                        </a:cubicBezTo>
                        <a:cubicBezTo>
                          <a:pt x="-61414" y="4555505"/>
                          <a:pt x="17056" y="4422475"/>
                          <a:pt x="0" y="4095587"/>
                        </a:cubicBezTo>
                        <a:cubicBezTo>
                          <a:pt x="-17056" y="3768699"/>
                          <a:pt x="35192" y="3648981"/>
                          <a:pt x="0" y="3393486"/>
                        </a:cubicBezTo>
                        <a:cubicBezTo>
                          <a:pt x="-35192" y="3137991"/>
                          <a:pt x="33394" y="3043799"/>
                          <a:pt x="0" y="2749894"/>
                        </a:cubicBezTo>
                        <a:cubicBezTo>
                          <a:pt x="-33394" y="2455989"/>
                          <a:pt x="74061" y="2397224"/>
                          <a:pt x="0" y="2106302"/>
                        </a:cubicBezTo>
                        <a:cubicBezTo>
                          <a:pt x="-74061" y="1815380"/>
                          <a:pt x="61623" y="1626672"/>
                          <a:pt x="0" y="1462710"/>
                        </a:cubicBezTo>
                        <a:cubicBezTo>
                          <a:pt x="-61623" y="1298748"/>
                          <a:pt x="8561" y="1145488"/>
                          <a:pt x="0" y="994642"/>
                        </a:cubicBezTo>
                        <a:cubicBezTo>
                          <a:pt x="-8561" y="843796"/>
                          <a:pt x="79509" y="25923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1607119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E38676A9-791B-4BB8-8F7A-AA54D281E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1720" y="534357"/>
            <a:ext cx="11208557" cy="5789281"/>
          </a:xfrm>
          <a:prstGeom prst="rect">
            <a:avLst/>
          </a:prstGeom>
          <a:ln w="76200" cmpd="thinThick">
            <a:solidFill>
              <a:schemeClr val="tx1">
                <a:lumMod val="50000"/>
                <a:lumOff val="5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327518"/>
                      <a:gd name="connsiteY0" fmla="*/ 0 h 5850838"/>
                      <a:gd name="connsiteX1" fmla="*/ 596185 w 11327518"/>
                      <a:gd name="connsiteY1" fmla="*/ 0 h 5850838"/>
                      <a:gd name="connsiteX2" fmla="*/ 852545 w 11327518"/>
                      <a:gd name="connsiteY2" fmla="*/ 0 h 5850838"/>
                      <a:gd name="connsiteX3" fmla="*/ 1562005 w 11327518"/>
                      <a:gd name="connsiteY3" fmla="*/ 0 h 5850838"/>
                      <a:gd name="connsiteX4" fmla="*/ 1818365 w 11327518"/>
                      <a:gd name="connsiteY4" fmla="*/ 0 h 5850838"/>
                      <a:gd name="connsiteX5" fmla="*/ 2414550 w 11327518"/>
                      <a:gd name="connsiteY5" fmla="*/ 0 h 5850838"/>
                      <a:gd name="connsiteX6" fmla="*/ 3237285 w 11327518"/>
                      <a:gd name="connsiteY6" fmla="*/ 0 h 5850838"/>
                      <a:gd name="connsiteX7" fmla="*/ 4060021 w 11327518"/>
                      <a:gd name="connsiteY7" fmla="*/ 0 h 5850838"/>
                      <a:gd name="connsiteX8" fmla="*/ 4769481 w 11327518"/>
                      <a:gd name="connsiteY8" fmla="*/ 0 h 5850838"/>
                      <a:gd name="connsiteX9" fmla="*/ 5252391 w 11327518"/>
                      <a:gd name="connsiteY9" fmla="*/ 0 h 5850838"/>
                      <a:gd name="connsiteX10" fmla="*/ 5508751 w 11327518"/>
                      <a:gd name="connsiteY10" fmla="*/ 0 h 5850838"/>
                      <a:gd name="connsiteX11" fmla="*/ 5991661 w 11327518"/>
                      <a:gd name="connsiteY11" fmla="*/ 0 h 5850838"/>
                      <a:gd name="connsiteX12" fmla="*/ 6701121 w 11327518"/>
                      <a:gd name="connsiteY12" fmla="*/ 0 h 5850838"/>
                      <a:gd name="connsiteX13" fmla="*/ 7523857 w 11327518"/>
                      <a:gd name="connsiteY13" fmla="*/ 0 h 5850838"/>
                      <a:gd name="connsiteX14" fmla="*/ 7780216 w 11327518"/>
                      <a:gd name="connsiteY14" fmla="*/ 0 h 5850838"/>
                      <a:gd name="connsiteX15" fmla="*/ 8036576 w 11327518"/>
                      <a:gd name="connsiteY15" fmla="*/ 0 h 5850838"/>
                      <a:gd name="connsiteX16" fmla="*/ 8859311 w 11327518"/>
                      <a:gd name="connsiteY16" fmla="*/ 0 h 5850838"/>
                      <a:gd name="connsiteX17" fmla="*/ 9115671 w 11327518"/>
                      <a:gd name="connsiteY17" fmla="*/ 0 h 5850838"/>
                      <a:gd name="connsiteX18" fmla="*/ 9711856 w 11327518"/>
                      <a:gd name="connsiteY18" fmla="*/ 0 h 5850838"/>
                      <a:gd name="connsiteX19" fmla="*/ 10081491 w 11327518"/>
                      <a:gd name="connsiteY19" fmla="*/ 0 h 5850838"/>
                      <a:gd name="connsiteX20" fmla="*/ 10451126 w 11327518"/>
                      <a:gd name="connsiteY20" fmla="*/ 0 h 5850838"/>
                      <a:gd name="connsiteX21" fmla="*/ 11327518 w 11327518"/>
                      <a:gd name="connsiteY21" fmla="*/ 0 h 5850838"/>
                      <a:gd name="connsiteX22" fmla="*/ 11327518 w 11327518"/>
                      <a:gd name="connsiteY22" fmla="*/ 468067 h 5850838"/>
                      <a:gd name="connsiteX23" fmla="*/ 11327518 w 11327518"/>
                      <a:gd name="connsiteY23" fmla="*/ 877626 h 5850838"/>
                      <a:gd name="connsiteX24" fmla="*/ 11327518 w 11327518"/>
                      <a:gd name="connsiteY24" fmla="*/ 1462710 h 5850838"/>
                      <a:gd name="connsiteX25" fmla="*/ 11327518 w 11327518"/>
                      <a:gd name="connsiteY25" fmla="*/ 1989285 h 5850838"/>
                      <a:gd name="connsiteX26" fmla="*/ 11327518 w 11327518"/>
                      <a:gd name="connsiteY26" fmla="*/ 2515860 h 5850838"/>
                      <a:gd name="connsiteX27" fmla="*/ 11327518 w 11327518"/>
                      <a:gd name="connsiteY27" fmla="*/ 3042436 h 5850838"/>
                      <a:gd name="connsiteX28" fmla="*/ 11327518 w 11327518"/>
                      <a:gd name="connsiteY28" fmla="*/ 3451994 h 5850838"/>
                      <a:gd name="connsiteX29" fmla="*/ 11327518 w 11327518"/>
                      <a:gd name="connsiteY29" fmla="*/ 4154095 h 5850838"/>
                      <a:gd name="connsiteX30" fmla="*/ 11327518 w 11327518"/>
                      <a:gd name="connsiteY30" fmla="*/ 4856196 h 5850838"/>
                      <a:gd name="connsiteX31" fmla="*/ 11327518 w 11327518"/>
                      <a:gd name="connsiteY31" fmla="*/ 5265754 h 5850838"/>
                      <a:gd name="connsiteX32" fmla="*/ 11327518 w 11327518"/>
                      <a:gd name="connsiteY32" fmla="*/ 5850838 h 5850838"/>
                      <a:gd name="connsiteX33" fmla="*/ 10731333 w 11327518"/>
                      <a:gd name="connsiteY33" fmla="*/ 5850838 h 5850838"/>
                      <a:gd name="connsiteX34" fmla="*/ 10361698 w 11327518"/>
                      <a:gd name="connsiteY34" fmla="*/ 5850838 h 5850838"/>
                      <a:gd name="connsiteX35" fmla="*/ 9878788 w 11327518"/>
                      <a:gd name="connsiteY35" fmla="*/ 5850838 h 5850838"/>
                      <a:gd name="connsiteX36" fmla="*/ 9282603 w 11327518"/>
                      <a:gd name="connsiteY36" fmla="*/ 5850838 h 5850838"/>
                      <a:gd name="connsiteX37" fmla="*/ 8686418 w 11327518"/>
                      <a:gd name="connsiteY37" fmla="*/ 5850838 h 5850838"/>
                      <a:gd name="connsiteX38" fmla="*/ 7976957 w 11327518"/>
                      <a:gd name="connsiteY38" fmla="*/ 5850838 h 5850838"/>
                      <a:gd name="connsiteX39" fmla="*/ 7607323 w 11327518"/>
                      <a:gd name="connsiteY39" fmla="*/ 5850838 h 5850838"/>
                      <a:gd name="connsiteX40" fmla="*/ 7237688 w 11327518"/>
                      <a:gd name="connsiteY40" fmla="*/ 5850838 h 5850838"/>
                      <a:gd name="connsiteX41" fmla="*/ 6414952 w 11327518"/>
                      <a:gd name="connsiteY41" fmla="*/ 5850838 h 5850838"/>
                      <a:gd name="connsiteX42" fmla="*/ 5592217 w 11327518"/>
                      <a:gd name="connsiteY42" fmla="*/ 5850838 h 5850838"/>
                      <a:gd name="connsiteX43" fmla="*/ 4996032 w 11327518"/>
                      <a:gd name="connsiteY43" fmla="*/ 5850838 h 5850838"/>
                      <a:gd name="connsiteX44" fmla="*/ 4739672 w 11327518"/>
                      <a:gd name="connsiteY44" fmla="*/ 5850838 h 5850838"/>
                      <a:gd name="connsiteX45" fmla="*/ 4483312 w 11327518"/>
                      <a:gd name="connsiteY45" fmla="*/ 5850838 h 5850838"/>
                      <a:gd name="connsiteX46" fmla="*/ 3660577 w 11327518"/>
                      <a:gd name="connsiteY46" fmla="*/ 5850838 h 5850838"/>
                      <a:gd name="connsiteX47" fmla="*/ 3177667 w 11327518"/>
                      <a:gd name="connsiteY47" fmla="*/ 5850838 h 5850838"/>
                      <a:gd name="connsiteX48" fmla="*/ 2354931 w 11327518"/>
                      <a:gd name="connsiteY48" fmla="*/ 5850838 h 5850838"/>
                      <a:gd name="connsiteX49" fmla="*/ 1758746 w 11327518"/>
                      <a:gd name="connsiteY49" fmla="*/ 5850838 h 5850838"/>
                      <a:gd name="connsiteX50" fmla="*/ 1502387 w 11327518"/>
                      <a:gd name="connsiteY50" fmla="*/ 5850838 h 5850838"/>
                      <a:gd name="connsiteX51" fmla="*/ 1132752 w 11327518"/>
                      <a:gd name="connsiteY51" fmla="*/ 5850838 h 5850838"/>
                      <a:gd name="connsiteX52" fmla="*/ 649842 w 11327518"/>
                      <a:gd name="connsiteY52" fmla="*/ 5850838 h 5850838"/>
                      <a:gd name="connsiteX53" fmla="*/ 0 w 11327518"/>
                      <a:gd name="connsiteY53" fmla="*/ 5850838 h 5850838"/>
                      <a:gd name="connsiteX54" fmla="*/ 0 w 11327518"/>
                      <a:gd name="connsiteY54" fmla="*/ 5207246 h 5850838"/>
                      <a:gd name="connsiteX55" fmla="*/ 0 w 11327518"/>
                      <a:gd name="connsiteY55" fmla="*/ 4680670 h 5850838"/>
                      <a:gd name="connsiteX56" fmla="*/ 0 w 11327518"/>
                      <a:gd name="connsiteY56" fmla="*/ 4271112 h 5850838"/>
                      <a:gd name="connsiteX57" fmla="*/ 0 w 11327518"/>
                      <a:gd name="connsiteY57" fmla="*/ 3569011 h 5850838"/>
                      <a:gd name="connsiteX58" fmla="*/ 0 w 11327518"/>
                      <a:gd name="connsiteY58" fmla="*/ 3159453 h 5850838"/>
                      <a:gd name="connsiteX59" fmla="*/ 0 w 11327518"/>
                      <a:gd name="connsiteY59" fmla="*/ 2574369 h 5850838"/>
                      <a:gd name="connsiteX60" fmla="*/ 0 w 11327518"/>
                      <a:gd name="connsiteY60" fmla="*/ 1872268 h 5850838"/>
                      <a:gd name="connsiteX61" fmla="*/ 0 w 11327518"/>
                      <a:gd name="connsiteY61" fmla="*/ 1170168 h 5850838"/>
                      <a:gd name="connsiteX62" fmla="*/ 0 w 11327518"/>
                      <a:gd name="connsiteY62" fmla="*/ 526575 h 5850838"/>
                      <a:gd name="connsiteX63" fmla="*/ 0 w 11327518"/>
                      <a:gd name="connsiteY63" fmla="*/ 0 h 58508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</a:cxnLst>
                    <a:rect l="l" t="t" r="r" b="b"/>
                    <a:pathLst>
                      <a:path w="11327518" h="5850838" fill="none" extrusionOk="0">
                        <a:moveTo>
                          <a:pt x="0" y="0"/>
                        </a:moveTo>
                        <a:cubicBezTo>
                          <a:pt x="199623" y="-38443"/>
                          <a:pt x="325669" y="57039"/>
                          <a:pt x="596185" y="0"/>
                        </a:cubicBezTo>
                        <a:cubicBezTo>
                          <a:pt x="866701" y="-57039"/>
                          <a:pt x="787814" y="30420"/>
                          <a:pt x="852545" y="0"/>
                        </a:cubicBezTo>
                        <a:cubicBezTo>
                          <a:pt x="917276" y="-30420"/>
                          <a:pt x="1407839" y="47840"/>
                          <a:pt x="1562005" y="0"/>
                        </a:cubicBezTo>
                        <a:cubicBezTo>
                          <a:pt x="1716171" y="-47840"/>
                          <a:pt x="1731284" y="20803"/>
                          <a:pt x="1818365" y="0"/>
                        </a:cubicBezTo>
                        <a:cubicBezTo>
                          <a:pt x="1905446" y="-20803"/>
                          <a:pt x="2249380" y="26975"/>
                          <a:pt x="2414550" y="0"/>
                        </a:cubicBezTo>
                        <a:cubicBezTo>
                          <a:pt x="2579720" y="-26975"/>
                          <a:pt x="2915166" y="64698"/>
                          <a:pt x="3237285" y="0"/>
                        </a:cubicBezTo>
                        <a:cubicBezTo>
                          <a:pt x="3559405" y="-64698"/>
                          <a:pt x="3882863" y="66094"/>
                          <a:pt x="4060021" y="0"/>
                        </a:cubicBezTo>
                        <a:cubicBezTo>
                          <a:pt x="4237179" y="-66094"/>
                          <a:pt x="4467026" y="6500"/>
                          <a:pt x="4769481" y="0"/>
                        </a:cubicBezTo>
                        <a:cubicBezTo>
                          <a:pt x="5071936" y="-6500"/>
                          <a:pt x="5093310" y="50141"/>
                          <a:pt x="5252391" y="0"/>
                        </a:cubicBezTo>
                        <a:cubicBezTo>
                          <a:pt x="5411472" y="-50141"/>
                          <a:pt x="5436744" y="20958"/>
                          <a:pt x="5508751" y="0"/>
                        </a:cubicBezTo>
                        <a:cubicBezTo>
                          <a:pt x="5580758" y="-20958"/>
                          <a:pt x="5871744" y="16120"/>
                          <a:pt x="5991661" y="0"/>
                        </a:cubicBezTo>
                        <a:cubicBezTo>
                          <a:pt x="6111578" y="-16120"/>
                          <a:pt x="6531829" y="10514"/>
                          <a:pt x="6701121" y="0"/>
                        </a:cubicBezTo>
                        <a:cubicBezTo>
                          <a:pt x="6870413" y="-10514"/>
                          <a:pt x="7297743" y="27207"/>
                          <a:pt x="7523857" y="0"/>
                        </a:cubicBezTo>
                        <a:cubicBezTo>
                          <a:pt x="7749971" y="-27207"/>
                          <a:pt x="7695579" y="24095"/>
                          <a:pt x="7780216" y="0"/>
                        </a:cubicBezTo>
                        <a:cubicBezTo>
                          <a:pt x="7864853" y="-24095"/>
                          <a:pt x="7908775" y="28511"/>
                          <a:pt x="8036576" y="0"/>
                        </a:cubicBezTo>
                        <a:cubicBezTo>
                          <a:pt x="8164377" y="-28511"/>
                          <a:pt x="8574440" y="58668"/>
                          <a:pt x="8859311" y="0"/>
                        </a:cubicBezTo>
                        <a:cubicBezTo>
                          <a:pt x="9144182" y="-58668"/>
                          <a:pt x="8995791" y="2810"/>
                          <a:pt x="9115671" y="0"/>
                        </a:cubicBezTo>
                        <a:cubicBezTo>
                          <a:pt x="9235551" y="-2810"/>
                          <a:pt x="9498764" y="57817"/>
                          <a:pt x="9711856" y="0"/>
                        </a:cubicBezTo>
                        <a:cubicBezTo>
                          <a:pt x="9924949" y="-57817"/>
                          <a:pt x="9902014" y="42847"/>
                          <a:pt x="10081491" y="0"/>
                        </a:cubicBezTo>
                        <a:cubicBezTo>
                          <a:pt x="10260968" y="-42847"/>
                          <a:pt x="10339792" y="22130"/>
                          <a:pt x="10451126" y="0"/>
                        </a:cubicBezTo>
                        <a:cubicBezTo>
                          <a:pt x="10562461" y="-22130"/>
                          <a:pt x="11121904" y="104730"/>
                          <a:pt x="11327518" y="0"/>
                        </a:cubicBezTo>
                        <a:cubicBezTo>
                          <a:pt x="11349373" y="158838"/>
                          <a:pt x="11271907" y="341595"/>
                          <a:pt x="11327518" y="468067"/>
                        </a:cubicBezTo>
                        <a:cubicBezTo>
                          <a:pt x="11383129" y="594539"/>
                          <a:pt x="11290595" y="699903"/>
                          <a:pt x="11327518" y="877626"/>
                        </a:cubicBezTo>
                        <a:cubicBezTo>
                          <a:pt x="11364441" y="1055349"/>
                          <a:pt x="11311139" y="1291464"/>
                          <a:pt x="11327518" y="1462710"/>
                        </a:cubicBezTo>
                        <a:cubicBezTo>
                          <a:pt x="11343897" y="1633956"/>
                          <a:pt x="11294761" y="1835313"/>
                          <a:pt x="11327518" y="1989285"/>
                        </a:cubicBezTo>
                        <a:cubicBezTo>
                          <a:pt x="11360275" y="2143258"/>
                          <a:pt x="11268549" y="2293901"/>
                          <a:pt x="11327518" y="2515860"/>
                        </a:cubicBezTo>
                        <a:cubicBezTo>
                          <a:pt x="11386487" y="2737820"/>
                          <a:pt x="11281097" y="2825914"/>
                          <a:pt x="11327518" y="3042436"/>
                        </a:cubicBezTo>
                        <a:cubicBezTo>
                          <a:pt x="11373939" y="3258958"/>
                          <a:pt x="11295965" y="3331182"/>
                          <a:pt x="11327518" y="3451994"/>
                        </a:cubicBezTo>
                        <a:cubicBezTo>
                          <a:pt x="11359071" y="3572806"/>
                          <a:pt x="11274012" y="3937258"/>
                          <a:pt x="11327518" y="4154095"/>
                        </a:cubicBezTo>
                        <a:cubicBezTo>
                          <a:pt x="11381024" y="4370932"/>
                          <a:pt x="11290036" y="4655051"/>
                          <a:pt x="11327518" y="4856196"/>
                        </a:cubicBezTo>
                        <a:cubicBezTo>
                          <a:pt x="11365000" y="5057341"/>
                          <a:pt x="11326694" y="5162254"/>
                          <a:pt x="11327518" y="5265754"/>
                        </a:cubicBezTo>
                        <a:cubicBezTo>
                          <a:pt x="11328342" y="5369254"/>
                          <a:pt x="11321784" y="5710376"/>
                          <a:pt x="11327518" y="5850838"/>
                        </a:cubicBezTo>
                        <a:cubicBezTo>
                          <a:pt x="11072871" y="5862066"/>
                          <a:pt x="10962964" y="5846984"/>
                          <a:pt x="10731333" y="5850838"/>
                        </a:cubicBezTo>
                        <a:cubicBezTo>
                          <a:pt x="10499702" y="5854692"/>
                          <a:pt x="10526837" y="5846583"/>
                          <a:pt x="10361698" y="5850838"/>
                        </a:cubicBezTo>
                        <a:cubicBezTo>
                          <a:pt x="10196559" y="5855093"/>
                          <a:pt x="10057834" y="5830159"/>
                          <a:pt x="9878788" y="5850838"/>
                        </a:cubicBezTo>
                        <a:cubicBezTo>
                          <a:pt x="9699742" y="5871517"/>
                          <a:pt x="9550020" y="5787227"/>
                          <a:pt x="9282603" y="5850838"/>
                        </a:cubicBezTo>
                        <a:cubicBezTo>
                          <a:pt x="9015187" y="5914449"/>
                          <a:pt x="8809030" y="5811108"/>
                          <a:pt x="8686418" y="5850838"/>
                        </a:cubicBezTo>
                        <a:cubicBezTo>
                          <a:pt x="8563807" y="5890568"/>
                          <a:pt x="8300289" y="5835449"/>
                          <a:pt x="7976957" y="5850838"/>
                        </a:cubicBezTo>
                        <a:cubicBezTo>
                          <a:pt x="7653625" y="5866227"/>
                          <a:pt x="7763164" y="5821858"/>
                          <a:pt x="7607323" y="5850838"/>
                        </a:cubicBezTo>
                        <a:cubicBezTo>
                          <a:pt x="7451482" y="5879818"/>
                          <a:pt x="7369641" y="5823798"/>
                          <a:pt x="7237688" y="5850838"/>
                        </a:cubicBezTo>
                        <a:cubicBezTo>
                          <a:pt x="7105735" y="5877878"/>
                          <a:pt x="6614599" y="5773841"/>
                          <a:pt x="6414952" y="5850838"/>
                        </a:cubicBezTo>
                        <a:cubicBezTo>
                          <a:pt x="6215305" y="5927835"/>
                          <a:pt x="5870983" y="5845212"/>
                          <a:pt x="5592217" y="5850838"/>
                        </a:cubicBezTo>
                        <a:cubicBezTo>
                          <a:pt x="5313451" y="5856464"/>
                          <a:pt x="5130990" y="5785107"/>
                          <a:pt x="4996032" y="5850838"/>
                        </a:cubicBezTo>
                        <a:cubicBezTo>
                          <a:pt x="4861074" y="5916569"/>
                          <a:pt x="4798691" y="5847178"/>
                          <a:pt x="4739672" y="5850838"/>
                        </a:cubicBezTo>
                        <a:cubicBezTo>
                          <a:pt x="4680653" y="5854498"/>
                          <a:pt x="4582011" y="5838269"/>
                          <a:pt x="4483312" y="5850838"/>
                        </a:cubicBezTo>
                        <a:cubicBezTo>
                          <a:pt x="4384613" y="5863407"/>
                          <a:pt x="3858308" y="5760206"/>
                          <a:pt x="3660577" y="5850838"/>
                        </a:cubicBezTo>
                        <a:cubicBezTo>
                          <a:pt x="3462847" y="5941470"/>
                          <a:pt x="3331316" y="5821704"/>
                          <a:pt x="3177667" y="5850838"/>
                        </a:cubicBezTo>
                        <a:cubicBezTo>
                          <a:pt x="3024018" y="5879972"/>
                          <a:pt x="2605027" y="5800646"/>
                          <a:pt x="2354931" y="5850838"/>
                        </a:cubicBezTo>
                        <a:cubicBezTo>
                          <a:pt x="2104835" y="5901030"/>
                          <a:pt x="1968527" y="5805912"/>
                          <a:pt x="1758746" y="5850838"/>
                        </a:cubicBezTo>
                        <a:cubicBezTo>
                          <a:pt x="1548965" y="5895764"/>
                          <a:pt x="1627155" y="5831445"/>
                          <a:pt x="1502387" y="5850838"/>
                        </a:cubicBezTo>
                        <a:cubicBezTo>
                          <a:pt x="1377619" y="5870231"/>
                          <a:pt x="1243411" y="5808250"/>
                          <a:pt x="1132752" y="5850838"/>
                        </a:cubicBezTo>
                        <a:cubicBezTo>
                          <a:pt x="1022093" y="5893426"/>
                          <a:pt x="841842" y="5813802"/>
                          <a:pt x="649842" y="5850838"/>
                        </a:cubicBezTo>
                        <a:cubicBezTo>
                          <a:pt x="457842" y="5887874"/>
                          <a:pt x="316547" y="5817400"/>
                          <a:pt x="0" y="5850838"/>
                        </a:cubicBezTo>
                        <a:cubicBezTo>
                          <a:pt x="-23010" y="5667982"/>
                          <a:pt x="26371" y="5376550"/>
                          <a:pt x="0" y="5207246"/>
                        </a:cubicBezTo>
                        <a:cubicBezTo>
                          <a:pt x="-26371" y="5037942"/>
                          <a:pt x="52499" y="4836475"/>
                          <a:pt x="0" y="4680670"/>
                        </a:cubicBezTo>
                        <a:cubicBezTo>
                          <a:pt x="-52499" y="4524865"/>
                          <a:pt x="38164" y="4424291"/>
                          <a:pt x="0" y="4271112"/>
                        </a:cubicBezTo>
                        <a:cubicBezTo>
                          <a:pt x="-38164" y="4117933"/>
                          <a:pt x="13038" y="3901346"/>
                          <a:pt x="0" y="3569011"/>
                        </a:cubicBezTo>
                        <a:cubicBezTo>
                          <a:pt x="-13038" y="3236676"/>
                          <a:pt x="26246" y="3283733"/>
                          <a:pt x="0" y="3159453"/>
                        </a:cubicBezTo>
                        <a:cubicBezTo>
                          <a:pt x="-26246" y="3035173"/>
                          <a:pt x="16811" y="2759597"/>
                          <a:pt x="0" y="2574369"/>
                        </a:cubicBezTo>
                        <a:cubicBezTo>
                          <a:pt x="-16811" y="2389141"/>
                          <a:pt x="25008" y="2066581"/>
                          <a:pt x="0" y="1872268"/>
                        </a:cubicBezTo>
                        <a:cubicBezTo>
                          <a:pt x="-25008" y="1677955"/>
                          <a:pt x="19918" y="1408387"/>
                          <a:pt x="0" y="1170168"/>
                        </a:cubicBezTo>
                        <a:cubicBezTo>
                          <a:pt x="-19918" y="931949"/>
                          <a:pt x="41231" y="841743"/>
                          <a:pt x="0" y="526575"/>
                        </a:cubicBezTo>
                        <a:cubicBezTo>
                          <a:pt x="-41231" y="211407"/>
                          <a:pt x="52995" y="160001"/>
                          <a:pt x="0" y="0"/>
                        </a:cubicBezTo>
                        <a:close/>
                      </a:path>
                      <a:path w="11327518" h="5850838" stroke="0" extrusionOk="0">
                        <a:moveTo>
                          <a:pt x="0" y="0"/>
                        </a:moveTo>
                        <a:cubicBezTo>
                          <a:pt x="190339" y="-52346"/>
                          <a:pt x="344887" y="51323"/>
                          <a:pt x="482910" y="0"/>
                        </a:cubicBezTo>
                        <a:cubicBezTo>
                          <a:pt x="620933" y="-51323"/>
                          <a:pt x="675871" y="19361"/>
                          <a:pt x="739270" y="0"/>
                        </a:cubicBezTo>
                        <a:cubicBezTo>
                          <a:pt x="802669" y="-19361"/>
                          <a:pt x="1325916" y="92536"/>
                          <a:pt x="1562005" y="0"/>
                        </a:cubicBezTo>
                        <a:cubicBezTo>
                          <a:pt x="1798094" y="-92536"/>
                          <a:pt x="1929995" y="27160"/>
                          <a:pt x="2044915" y="0"/>
                        </a:cubicBezTo>
                        <a:cubicBezTo>
                          <a:pt x="2159835" y="-27160"/>
                          <a:pt x="2302190" y="26229"/>
                          <a:pt x="2527825" y="0"/>
                        </a:cubicBezTo>
                        <a:cubicBezTo>
                          <a:pt x="2753460" y="-26229"/>
                          <a:pt x="3158478" y="63046"/>
                          <a:pt x="3350561" y="0"/>
                        </a:cubicBezTo>
                        <a:cubicBezTo>
                          <a:pt x="3542644" y="-63046"/>
                          <a:pt x="3595952" y="25830"/>
                          <a:pt x="3720195" y="0"/>
                        </a:cubicBezTo>
                        <a:cubicBezTo>
                          <a:pt x="3844438" y="-25830"/>
                          <a:pt x="4252403" y="57654"/>
                          <a:pt x="4542931" y="0"/>
                        </a:cubicBezTo>
                        <a:cubicBezTo>
                          <a:pt x="4833459" y="-57654"/>
                          <a:pt x="5188070" y="23753"/>
                          <a:pt x="5365666" y="0"/>
                        </a:cubicBezTo>
                        <a:cubicBezTo>
                          <a:pt x="5543262" y="-23753"/>
                          <a:pt x="5832864" y="57122"/>
                          <a:pt x="5961852" y="0"/>
                        </a:cubicBezTo>
                        <a:cubicBezTo>
                          <a:pt x="6090840" y="-57122"/>
                          <a:pt x="6563315" y="36277"/>
                          <a:pt x="6784587" y="0"/>
                        </a:cubicBezTo>
                        <a:cubicBezTo>
                          <a:pt x="7005859" y="-36277"/>
                          <a:pt x="7061557" y="9086"/>
                          <a:pt x="7267497" y="0"/>
                        </a:cubicBezTo>
                        <a:cubicBezTo>
                          <a:pt x="7473437" y="-9086"/>
                          <a:pt x="7618214" y="16848"/>
                          <a:pt x="7750407" y="0"/>
                        </a:cubicBezTo>
                        <a:cubicBezTo>
                          <a:pt x="7882600" y="-16848"/>
                          <a:pt x="8156801" y="57895"/>
                          <a:pt x="8459867" y="0"/>
                        </a:cubicBezTo>
                        <a:cubicBezTo>
                          <a:pt x="8762933" y="-57895"/>
                          <a:pt x="8800897" y="52657"/>
                          <a:pt x="8942777" y="0"/>
                        </a:cubicBezTo>
                        <a:cubicBezTo>
                          <a:pt x="9084657" y="-52657"/>
                          <a:pt x="9551186" y="15908"/>
                          <a:pt x="9765513" y="0"/>
                        </a:cubicBezTo>
                        <a:cubicBezTo>
                          <a:pt x="9979840" y="-15908"/>
                          <a:pt x="10213960" y="26999"/>
                          <a:pt x="10588248" y="0"/>
                        </a:cubicBezTo>
                        <a:cubicBezTo>
                          <a:pt x="10962536" y="-26999"/>
                          <a:pt x="10964858" y="21158"/>
                          <a:pt x="11327518" y="0"/>
                        </a:cubicBezTo>
                        <a:cubicBezTo>
                          <a:pt x="11329404" y="204381"/>
                          <a:pt x="11289217" y="381973"/>
                          <a:pt x="11327518" y="526575"/>
                        </a:cubicBezTo>
                        <a:cubicBezTo>
                          <a:pt x="11365819" y="671178"/>
                          <a:pt x="11303432" y="760079"/>
                          <a:pt x="11327518" y="936134"/>
                        </a:cubicBezTo>
                        <a:cubicBezTo>
                          <a:pt x="11351604" y="1112189"/>
                          <a:pt x="11297919" y="1245027"/>
                          <a:pt x="11327518" y="1404201"/>
                        </a:cubicBezTo>
                        <a:cubicBezTo>
                          <a:pt x="11357117" y="1563375"/>
                          <a:pt x="11301602" y="1789758"/>
                          <a:pt x="11327518" y="2047793"/>
                        </a:cubicBezTo>
                        <a:cubicBezTo>
                          <a:pt x="11353434" y="2305828"/>
                          <a:pt x="11265423" y="2366097"/>
                          <a:pt x="11327518" y="2574369"/>
                        </a:cubicBezTo>
                        <a:cubicBezTo>
                          <a:pt x="11389613" y="2782641"/>
                          <a:pt x="11298050" y="2885977"/>
                          <a:pt x="11327518" y="3042436"/>
                        </a:cubicBezTo>
                        <a:cubicBezTo>
                          <a:pt x="11356986" y="3198895"/>
                          <a:pt x="11263295" y="3536795"/>
                          <a:pt x="11327518" y="3686028"/>
                        </a:cubicBezTo>
                        <a:cubicBezTo>
                          <a:pt x="11391741" y="3835261"/>
                          <a:pt x="11265829" y="4108878"/>
                          <a:pt x="11327518" y="4271112"/>
                        </a:cubicBezTo>
                        <a:cubicBezTo>
                          <a:pt x="11389207" y="4433346"/>
                          <a:pt x="11286850" y="4673434"/>
                          <a:pt x="11327518" y="4856196"/>
                        </a:cubicBezTo>
                        <a:cubicBezTo>
                          <a:pt x="11368186" y="5038958"/>
                          <a:pt x="11295571" y="5472768"/>
                          <a:pt x="11327518" y="5850838"/>
                        </a:cubicBezTo>
                        <a:cubicBezTo>
                          <a:pt x="11111307" y="5854150"/>
                          <a:pt x="10831911" y="5818363"/>
                          <a:pt x="10618058" y="5850838"/>
                        </a:cubicBezTo>
                        <a:cubicBezTo>
                          <a:pt x="10404205" y="5883313"/>
                          <a:pt x="10429394" y="5845042"/>
                          <a:pt x="10248423" y="5850838"/>
                        </a:cubicBezTo>
                        <a:cubicBezTo>
                          <a:pt x="10067452" y="5856634"/>
                          <a:pt x="9754262" y="5801999"/>
                          <a:pt x="9538963" y="5850838"/>
                        </a:cubicBezTo>
                        <a:cubicBezTo>
                          <a:pt x="9323664" y="5899677"/>
                          <a:pt x="9361173" y="5826118"/>
                          <a:pt x="9282603" y="5850838"/>
                        </a:cubicBezTo>
                        <a:cubicBezTo>
                          <a:pt x="9204033" y="5875558"/>
                          <a:pt x="8854828" y="5769311"/>
                          <a:pt x="8573143" y="5850838"/>
                        </a:cubicBezTo>
                        <a:cubicBezTo>
                          <a:pt x="8291458" y="5932365"/>
                          <a:pt x="8290328" y="5811605"/>
                          <a:pt x="8203508" y="5850838"/>
                        </a:cubicBezTo>
                        <a:cubicBezTo>
                          <a:pt x="8116688" y="5890071"/>
                          <a:pt x="8057882" y="5831319"/>
                          <a:pt x="7947148" y="5850838"/>
                        </a:cubicBezTo>
                        <a:cubicBezTo>
                          <a:pt x="7836414" y="5870357"/>
                          <a:pt x="7730897" y="5812334"/>
                          <a:pt x="7577513" y="5850838"/>
                        </a:cubicBezTo>
                        <a:cubicBezTo>
                          <a:pt x="7424129" y="5889342"/>
                          <a:pt x="7192735" y="5821747"/>
                          <a:pt x="6868053" y="5850838"/>
                        </a:cubicBezTo>
                        <a:cubicBezTo>
                          <a:pt x="6543371" y="5879929"/>
                          <a:pt x="6663453" y="5837340"/>
                          <a:pt x="6498418" y="5850838"/>
                        </a:cubicBezTo>
                        <a:cubicBezTo>
                          <a:pt x="6333383" y="5864336"/>
                          <a:pt x="6333602" y="5842292"/>
                          <a:pt x="6242059" y="5850838"/>
                        </a:cubicBezTo>
                        <a:cubicBezTo>
                          <a:pt x="6150516" y="5859384"/>
                          <a:pt x="6020687" y="5825363"/>
                          <a:pt x="5872424" y="5850838"/>
                        </a:cubicBezTo>
                        <a:cubicBezTo>
                          <a:pt x="5724161" y="5876313"/>
                          <a:pt x="5575375" y="5837302"/>
                          <a:pt x="5389514" y="5850838"/>
                        </a:cubicBezTo>
                        <a:cubicBezTo>
                          <a:pt x="5203653" y="5864374"/>
                          <a:pt x="4926543" y="5825923"/>
                          <a:pt x="4793329" y="5850838"/>
                        </a:cubicBezTo>
                        <a:cubicBezTo>
                          <a:pt x="4660116" y="5875753"/>
                          <a:pt x="4540325" y="5848753"/>
                          <a:pt x="4423694" y="5850838"/>
                        </a:cubicBezTo>
                        <a:cubicBezTo>
                          <a:pt x="4307063" y="5852923"/>
                          <a:pt x="3918926" y="5782362"/>
                          <a:pt x="3600958" y="5850838"/>
                        </a:cubicBezTo>
                        <a:cubicBezTo>
                          <a:pt x="3282990" y="5919314"/>
                          <a:pt x="3205131" y="5781166"/>
                          <a:pt x="3004773" y="5850838"/>
                        </a:cubicBezTo>
                        <a:cubicBezTo>
                          <a:pt x="2804415" y="5920510"/>
                          <a:pt x="2430364" y="5791142"/>
                          <a:pt x="2182038" y="5850838"/>
                        </a:cubicBezTo>
                        <a:cubicBezTo>
                          <a:pt x="1933712" y="5910534"/>
                          <a:pt x="1721636" y="5784395"/>
                          <a:pt x="1472577" y="5850838"/>
                        </a:cubicBezTo>
                        <a:cubicBezTo>
                          <a:pt x="1223518" y="5917281"/>
                          <a:pt x="1109801" y="5807946"/>
                          <a:pt x="989667" y="5850838"/>
                        </a:cubicBezTo>
                        <a:cubicBezTo>
                          <a:pt x="869533" y="5893730"/>
                          <a:pt x="205328" y="5801417"/>
                          <a:pt x="0" y="5850838"/>
                        </a:cubicBezTo>
                        <a:cubicBezTo>
                          <a:pt x="-47768" y="5640259"/>
                          <a:pt x="9501" y="5481500"/>
                          <a:pt x="0" y="5382771"/>
                        </a:cubicBezTo>
                        <a:cubicBezTo>
                          <a:pt x="-9501" y="5284042"/>
                          <a:pt x="61414" y="5039869"/>
                          <a:pt x="0" y="4797687"/>
                        </a:cubicBezTo>
                        <a:cubicBezTo>
                          <a:pt x="-61414" y="4555505"/>
                          <a:pt x="17056" y="4422475"/>
                          <a:pt x="0" y="4095587"/>
                        </a:cubicBezTo>
                        <a:cubicBezTo>
                          <a:pt x="-17056" y="3768699"/>
                          <a:pt x="35192" y="3648981"/>
                          <a:pt x="0" y="3393486"/>
                        </a:cubicBezTo>
                        <a:cubicBezTo>
                          <a:pt x="-35192" y="3137991"/>
                          <a:pt x="33394" y="3043799"/>
                          <a:pt x="0" y="2749894"/>
                        </a:cubicBezTo>
                        <a:cubicBezTo>
                          <a:pt x="-33394" y="2455989"/>
                          <a:pt x="74061" y="2397224"/>
                          <a:pt x="0" y="2106302"/>
                        </a:cubicBezTo>
                        <a:cubicBezTo>
                          <a:pt x="-74061" y="1815380"/>
                          <a:pt x="61623" y="1626672"/>
                          <a:pt x="0" y="1462710"/>
                        </a:cubicBezTo>
                        <a:cubicBezTo>
                          <a:pt x="-61623" y="1298748"/>
                          <a:pt x="8561" y="1145488"/>
                          <a:pt x="0" y="994642"/>
                        </a:cubicBezTo>
                        <a:cubicBezTo>
                          <a:pt x="-8561" y="843796"/>
                          <a:pt x="79509" y="25923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3173860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E38676A9-791B-4BB8-8F7A-AA54D281E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1721" y="534357"/>
            <a:ext cx="11208555" cy="5789281"/>
          </a:xfrm>
          <a:prstGeom prst="rect">
            <a:avLst/>
          </a:prstGeom>
          <a:ln w="76200" cmpd="thinThick">
            <a:solidFill>
              <a:schemeClr val="tx1">
                <a:lumMod val="50000"/>
                <a:lumOff val="5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327518"/>
                      <a:gd name="connsiteY0" fmla="*/ 0 h 5850838"/>
                      <a:gd name="connsiteX1" fmla="*/ 596185 w 11327518"/>
                      <a:gd name="connsiteY1" fmla="*/ 0 h 5850838"/>
                      <a:gd name="connsiteX2" fmla="*/ 852545 w 11327518"/>
                      <a:gd name="connsiteY2" fmla="*/ 0 h 5850838"/>
                      <a:gd name="connsiteX3" fmla="*/ 1562005 w 11327518"/>
                      <a:gd name="connsiteY3" fmla="*/ 0 h 5850838"/>
                      <a:gd name="connsiteX4" fmla="*/ 1818365 w 11327518"/>
                      <a:gd name="connsiteY4" fmla="*/ 0 h 5850838"/>
                      <a:gd name="connsiteX5" fmla="*/ 2414550 w 11327518"/>
                      <a:gd name="connsiteY5" fmla="*/ 0 h 5850838"/>
                      <a:gd name="connsiteX6" fmla="*/ 3237285 w 11327518"/>
                      <a:gd name="connsiteY6" fmla="*/ 0 h 5850838"/>
                      <a:gd name="connsiteX7" fmla="*/ 4060021 w 11327518"/>
                      <a:gd name="connsiteY7" fmla="*/ 0 h 5850838"/>
                      <a:gd name="connsiteX8" fmla="*/ 4769481 w 11327518"/>
                      <a:gd name="connsiteY8" fmla="*/ 0 h 5850838"/>
                      <a:gd name="connsiteX9" fmla="*/ 5252391 w 11327518"/>
                      <a:gd name="connsiteY9" fmla="*/ 0 h 5850838"/>
                      <a:gd name="connsiteX10" fmla="*/ 5508751 w 11327518"/>
                      <a:gd name="connsiteY10" fmla="*/ 0 h 5850838"/>
                      <a:gd name="connsiteX11" fmla="*/ 5991661 w 11327518"/>
                      <a:gd name="connsiteY11" fmla="*/ 0 h 5850838"/>
                      <a:gd name="connsiteX12" fmla="*/ 6701121 w 11327518"/>
                      <a:gd name="connsiteY12" fmla="*/ 0 h 5850838"/>
                      <a:gd name="connsiteX13" fmla="*/ 7523857 w 11327518"/>
                      <a:gd name="connsiteY13" fmla="*/ 0 h 5850838"/>
                      <a:gd name="connsiteX14" fmla="*/ 7780216 w 11327518"/>
                      <a:gd name="connsiteY14" fmla="*/ 0 h 5850838"/>
                      <a:gd name="connsiteX15" fmla="*/ 8036576 w 11327518"/>
                      <a:gd name="connsiteY15" fmla="*/ 0 h 5850838"/>
                      <a:gd name="connsiteX16" fmla="*/ 8859311 w 11327518"/>
                      <a:gd name="connsiteY16" fmla="*/ 0 h 5850838"/>
                      <a:gd name="connsiteX17" fmla="*/ 9115671 w 11327518"/>
                      <a:gd name="connsiteY17" fmla="*/ 0 h 5850838"/>
                      <a:gd name="connsiteX18" fmla="*/ 9711856 w 11327518"/>
                      <a:gd name="connsiteY18" fmla="*/ 0 h 5850838"/>
                      <a:gd name="connsiteX19" fmla="*/ 10081491 w 11327518"/>
                      <a:gd name="connsiteY19" fmla="*/ 0 h 5850838"/>
                      <a:gd name="connsiteX20" fmla="*/ 10451126 w 11327518"/>
                      <a:gd name="connsiteY20" fmla="*/ 0 h 5850838"/>
                      <a:gd name="connsiteX21" fmla="*/ 11327518 w 11327518"/>
                      <a:gd name="connsiteY21" fmla="*/ 0 h 5850838"/>
                      <a:gd name="connsiteX22" fmla="*/ 11327518 w 11327518"/>
                      <a:gd name="connsiteY22" fmla="*/ 468067 h 5850838"/>
                      <a:gd name="connsiteX23" fmla="*/ 11327518 w 11327518"/>
                      <a:gd name="connsiteY23" fmla="*/ 877626 h 5850838"/>
                      <a:gd name="connsiteX24" fmla="*/ 11327518 w 11327518"/>
                      <a:gd name="connsiteY24" fmla="*/ 1462710 h 5850838"/>
                      <a:gd name="connsiteX25" fmla="*/ 11327518 w 11327518"/>
                      <a:gd name="connsiteY25" fmla="*/ 1989285 h 5850838"/>
                      <a:gd name="connsiteX26" fmla="*/ 11327518 w 11327518"/>
                      <a:gd name="connsiteY26" fmla="*/ 2515860 h 5850838"/>
                      <a:gd name="connsiteX27" fmla="*/ 11327518 w 11327518"/>
                      <a:gd name="connsiteY27" fmla="*/ 3042436 h 5850838"/>
                      <a:gd name="connsiteX28" fmla="*/ 11327518 w 11327518"/>
                      <a:gd name="connsiteY28" fmla="*/ 3451994 h 5850838"/>
                      <a:gd name="connsiteX29" fmla="*/ 11327518 w 11327518"/>
                      <a:gd name="connsiteY29" fmla="*/ 4154095 h 5850838"/>
                      <a:gd name="connsiteX30" fmla="*/ 11327518 w 11327518"/>
                      <a:gd name="connsiteY30" fmla="*/ 4856196 h 5850838"/>
                      <a:gd name="connsiteX31" fmla="*/ 11327518 w 11327518"/>
                      <a:gd name="connsiteY31" fmla="*/ 5265754 h 5850838"/>
                      <a:gd name="connsiteX32" fmla="*/ 11327518 w 11327518"/>
                      <a:gd name="connsiteY32" fmla="*/ 5850838 h 5850838"/>
                      <a:gd name="connsiteX33" fmla="*/ 10731333 w 11327518"/>
                      <a:gd name="connsiteY33" fmla="*/ 5850838 h 5850838"/>
                      <a:gd name="connsiteX34" fmla="*/ 10361698 w 11327518"/>
                      <a:gd name="connsiteY34" fmla="*/ 5850838 h 5850838"/>
                      <a:gd name="connsiteX35" fmla="*/ 9878788 w 11327518"/>
                      <a:gd name="connsiteY35" fmla="*/ 5850838 h 5850838"/>
                      <a:gd name="connsiteX36" fmla="*/ 9282603 w 11327518"/>
                      <a:gd name="connsiteY36" fmla="*/ 5850838 h 5850838"/>
                      <a:gd name="connsiteX37" fmla="*/ 8686418 w 11327518"/>
                      <a:gd name="connsiteY37" fmla="*/ 5850838 h 5850838"/>
                      <a:gd name="connsiteX38" fmla="*/ 7976957 w 11327518"/>
                      <a:gd name="connsiteY38" fmla="*/ 5850838 h 5850838"/>
                      <a:gd name="connsiteX39" fmla="*/ 7607323 w 11327518"/>
                      <a:gd name="connsiteY39" fmla="*/ 5850838 h 5850838"/>
                      <a:gd name="connsiteX40" fmla="*/ 7237688 w 11327518"/>
                      <a:gd name="connsiteY40" fmla="*/ 5850838 h 5850838"/>
                      <a:gd name="connsiteX41" fmla="*/ 6414952 w 11327518"/>
                      <a:gd name="connsiteY41" fmla="*/ 5850838 h 5850838"/>
                      <a:gd name="connsiteX42" fmla="*/ 5592217 w 11327518"/>
                      <a:gd name="connsiteY42" fmla="*/ 5850838 h 5850838"/>
                      <a:gd name="connsiteX43" fmla="*/ 4996032 w 11327518"/>
                      <a:gd name="connsiteY43" fmla="*/ 5850838 h 5850838"/>
                      <a:gd name="connsiteX44" fmla="*/ 4739672 w 11327518"/>
                      <a:gd name="connsiteY44" fmla="*/ 5850838 h 5850838"/>
                      <a:gd name="connsiteX45" fmla="*/ 4483312 w 11327518"/>
                      <a:gd name="connsiteY45" fmla="*/ 5850838 h 5850838"/>
                      <a:gd name="connsiteX46" fmla="*/ 3660577 w 11327518"/>
                      <a:gd name="connsiteY46" fmla="*/ 5850838 h 5850838"/>
                      <a:gd name="connsiteX47" fmla="*/ 3177667 w 11327518"/>
                      <a:gd name="connsiteY47" fmla="*/ 5850838 h 5850838"/>
                      <a:gd name="connsiteX48" fmla="*/ 2354931 w 11327518"/>
                      <a:gd name="connsiteY48" fmla="*/ 5850838 h 5850838"/>
                      <a:gd name="connsiteX49" fmla="*/ 1758746 w 11327518"/>
                      <a:gd name="connsiteY49" fmla="*/ 5850838 h 5850838"/>
                      <a:gd name="connsiteX50" fmla="*/ 1502387 w 11327518"/>
                      <a:gd name="connsiteY50" fmla="*/ 5850838 h 5850838"/>
                      <a:gd name="connsiteX51" fmla="*/ 1132752 w 11327518"/>
                      <a:gd name="connsiteY51" fmla="*/ 5850838 h 5850838"/>
                      <a:gd name="connsiteX52" fmla="*/ 649842 w 11327518"/>
                      <a:gd name="connsiteY52" fmla="*/ 5850838 h 5850838"/>
                      <a:gd name="connsiteX53" fmla="*/ 0 w 11327518"/>
                      <a:gd name="connsiteY53" fmla="*/ 5850838 h 5850838"/>
                      <a:gd name="connsiteX54" fmla="*/ 0 w 11327518"/>
                      <a:gd name="connsiteY54" fmla="*/ 5207246 h 5850838"/>
                      <a:gd name="connsiteX55" fmla="*/ 0 w 11327518"/>
                      <a:gd name="connsiteY55" fmla="*/ 4680670 h 5850838"/>
                      <a:gd name="connsiteX56" fmla="*/ 0 w 11327518"/>
                      <a:gd name="connsiteY56" fmla="*/ 4271112 h 5850838"/>
                      <a:gd name="connsiteX57" fmla="*/ 0 w 11327518"/>
                      <a:gd name="connsiteY57" fmla="*/ 3569011 h 5850838"/>
                      <a:gd name="connsiteX58" fmla="*/ 0 w 11327518"/>
                      <a:gd name="connsiteY58" fmla="*/ 3159453 h 5850838"/>
                      <a:gd name="connsiteX59" fmla="*/ 0 w 11327518"/>
                      <a:gd name="connsiteY59" fmla="*/ 2574369 h 5850838"/>
                      <a:gd name="connsiteX60" fmla="*/ 0 w 11327518"/>
                      <a:gd name="connsiteY60" fmla="*/ 1872268 h 5850838"/>
                      <a:gd name="connsiteX61" fmla="*/ 0 w 11327518"/>
                      <a:gd name="connsiteY61" fmla="*/ 1170168 h 5850838"/>
                      <a:gd name="connsiteX62" fmla="*/ 0 w 11327518"/>
                      <a:gd name="connsiteY62" fmla="*/ 526575 h 5850838"/>
                      <a:gd name="connsiteX63" fmla="*/ 0 w 11327518"/>
                      <a:gd name="connsiteY63" fmla="*/ 0 h 58508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</a:cxnLst>
                    <a:rect l="l" t="t" r="r" b="b"/>
                    <a:pathLst>
                      <a:path w="11327518" h="5850838" fill="none" extrusionOk="0">
                        <a:moveTo>
                          <a:pt x="0" y="0"/>
                        </a:moveTo>
                        <a:cubicBezTo>
                          <a:pt x="199623" y="-38443"/>
                          <a:pt x="325669" y="57039"/>
                          <a:pt x="596185" y="0"/>
                        </a:cubicBezTo>
                        <a:cubicBezTo>
                          <a:pt x="866701" y="-57039"/>
                          <a:pt x="787814" y="30420"/>
                          <a:pt x="852545" y="0"/>
                        </a:cubicBezTo>
                        <a:cubicBezTo>
                          <a:pt x="917276" y="-30420"/>
                          <a:pt x="1407839" y="47840"/>
                          <a:pt x="1562005" y="0"/>
                        </a:cubicBezTo>
                        <a:cubicBezTo>
                          <a:pt x="1716171" y="-47840"/>
                          <a:pt x="1731284" y="20803"/>
                          <a:pt x="1818365" y="0"/>
                        </a:cubicBezTo>
                        <a:cubicBezTo>
                          <a:pt x="1905446" y="-20803"/>
                          <a:pt x="2249380" y="26975"/>
                          <a:pt x="2414550" y="0"/>
                        </a:cubicBezTo>
                        <a:cubicBezTo>
                          <a:pt x="2579720" y="-26975"/>
                          <a:pt x="2915166" y="64698"/>
                          <a:pt x="3237285" y="0"/>
                        </a:cubicBezTo>
                        <a:cubicBezTo>
                          <a:pt x="3559405" y="-64698"/>
                          <a:pt x="3882863" y="66094"/>
                          <a:pt x="4060021" y="0"/>
                        </a:cubicBezTo>
                        <a:cubicBezTo>
                          <a:pt x="4237179" y="-66094"/>
                          <a:pt x="4467026" y="6500"/>
                          <a:pt x="4769481" y="0"/>
                        </a:cubicBezTo>
                        <a:cubicBezTo>
                          <a:pt x="5071936" y="-6500"/>
                          <a:pt x="5093310" y="50141"/>
                          <a:pt x="5252391" y="0"/>
                        </a:cubicBezTo>
                        <a:cubicBezTo>
                          <a:pt x="5411472" y="-50141"/>
                          <a:pt x="5436744" y="20958"/>
                          <a:pt x="5508751" y="0"/>
                        </a:cubicBezTo>
                        <a:cubicBezTo>
                          <a:pt x="5580758" y="-20958"/>
                          <a:pt x="5871744" y="16120"/>
                          <a:pt x="5991661" y="0"/>
                        </a:cubicBezTo>
                        <a:cubicBezTo>
                          <a:pt x="6111578" y="-16120"/>
                          <a:pt x="6531829" y="10514"/>
                          <a:pt x="6701121" y="0"/>
                        </a:cubicBezTo>
                        <a:cubicBezTo>
                          <a:pt x="6870413" y="-10514"/>
                          <a:pt x="7297743" y="27207"/>
                          <a:pt x="7523857" y="0"/>
                        </a:cubicBezTo>
                        <a:cubicBezTo>
                          <a:pt x="7749971" y="-27207"/>
                          <a:pt x="7695579" y="24095"/>
                          <a:pt x="7780216" y="0"/>
                        </a:cubicBezTo>
                        <a:cubicBezTo>
                          <a:pt x="7864853" y="-24095"/>
                          <a:pt x="7908775" y="28511"/>
                          <a:pt x="8036576" y="0"/>
                        </a:cubicBezTo>
                        <a:cubicBezTo>
                          <a:pt x="8164377" y="-28511"/>
                          <a:pt x="8574440" y="58668"/>
                          <a:pt x="8859311" y="0"/>
                        </a:cubicBezTo>
                        <a:cubicBezTo>
                          <a:pt x="9144182" y="-58668"/>
                          <a:pt x="8995791" y="2810"/>
                          <a:pt x="9115671" y="0"/>
                        </a:cubicBezTo>
                        <a:cubicBezTo>
                          <a:pt x="9235551" y="-2810"/>
                          <a:pt x="9498764" y="57817"/>
                          <a:pt x="9711856" y="0"/>
                        </a:cubicBezTo>
                        <a:cubicBezTo>
                          <a:pt x="9924949" y="-57817"/>
                          <a:pt x="9902014" y="42847"/>
                          <a:pt x="10081491" y="0"/>
                        </a:cubicBezTo>
                        <a:cubicBezTo>
                          <a:pt x="10260968" y="-42847"/>
                          <a:pt x="10339792" y="22130"/>
                          <a:pt x="10451126" y="0"/>
                        </a:cubicBezTo>
                        <a:cubicBezTo>
                          <a:pt x="10562461" y="-22130"/>
                          <a:pt x="11121904" y="104730"/>
                          <a:pt x="11327518" y="0"/>
                        </a:cubicBezTo>
                        <a:cubicBezTo>
                          <a:pt x="11349373" y="158838"/>
                          <a:pt x="11271907" y="341595"/>
                          <a:pt x="11327518" y="468067"/>
                        </a:cubicBezTo>
                        <a:cubicBezTo>
                          <a:pt x="11383129" y="594539"/>
                          <a:pt x="11290595" y="699903"/>
                          <a:pt x="11327518" y="877626"/>
                        </a:cubicBezTo>
                        <a:cubicBezTo>
                          <a:pt x="11364441" y="1055349"/>
                          <a:pt x="11311139" y="1291464"/>
                          <a:pt x="11327518" y="1462710"/>
                        </a:cubicBezTo>
                        <a:cubicBezTo>
                          <a:pt x="11343897" y="1633956"/>
                          <a:pt x="11294761" y="1835313"/>
                          <a:pt x="11327518" y="1989285"/>
                        </a:cubicBezTo>
                        <a:cubicBezTo>
                          <a:pt x="11360275" y="2143258"/>
                          <a:pt x="11268549" y="2293901"/>
                          <a:pt x="11327518" y="2515860"/>
                        </a:cubicBezTo>
                        <a:cubicBezTo>
                          <a:pt x="11386487" y="2737820"/>
                          <a:pt x="11281097" y="2825914"/>
                          <a:pt x="11327518" y="3042436"/>
                        </a:cubicBezTo>
                        <a:cubicBezTo>
                          <a:pt x="11373939" y="3258958"/>
                          <a:pt x="11295965" y="3331182"/>
                          <a:pt x="11327518" y="3451994"/>
                        </a:cubicBezTo>
                        <a:cubicBezTo>
                          <a:pt x="11359071" y="3572806"/>
                          <a:pt x="11274012" y="3937258"/>
                          <a:pt x="11327518" y="4154095"/>
                        </a:cubicBezTo>
                        <a:cubicBezTo>
                          <a:pt x="11381024" y="4370932"/>
                          <a:pt x="11290036" y="4655051"/>
                          <a:pt x="11327518" y="4856196"/>
                        </a:cubicBezTo>
                        <a:cubicBezTo>
                          <a:pt x="11365000" y="5057341"/>
                          <a:pt x="11326694" y="5162254"/>
                          <a:pt x="11327518" y="5265754"/>
                        </a:cubicBezTo>
                        <a:cubicBezTo>
                          <a:pt x="11328342" y="5369254"/>
                          <a:pt x="11321784" y="5710376"/>
                          <a:pt x="11327518" y="5850838"/>
                        </a:cubicBezTo>
                        <a:cubicBezTo>
                          <a:pt x="11072871" y="5862066"/>
                          <a:pt x="10962964" y="5846984"/>
                          <a:pt x="10731333" y="5850838"/>
                        </a:cubicBezTo>
                        <a:cubicBezTo>
                          <a:pt x="10499702" y="5854692"/>
                          <a:pt x="10526837" y="5846583"/>
                          <a:pt x="10361698" y="5850838"/>
                        </a:cubicBezTo>
                        <a:cubicBezTo>
                          <a:pt x="10196559" y="5855093"/>
                          <a:pt x="10057834" y="5830159"/>
                          <a:pt x="9878788" y="5850838"/>
                        </a:cubicBezTo>
                        <a:cubicBezTo>
                          <a:pt x="9699742" y="5871517"/>
                          <a:pt x="9550020" y="5787227"/>
                          <a:pt x="9282603" y="5850838"/>
                        </a:cubicBezTo>
                        <a:cubicBezTo>
                          <a:pt x="9015187" y="5914449"/>
                          <a:pt x="8809030" y="5811108"/>
                          <a:pt x="8686418" y="5850838"/>
                        </a:cubicBezTo>
                        <a:cubicBezTo>
                          <a:pt x="8563807" y="5890568"/>
                          <a:pt x="8300289" y="5835449"/>
                          <a:pt x="7976957" y="5850838"/>
                        </a:cubicBezTo>
                        <a:cubicBezTo>
                          <a:pt x="7653625" y="5866227"/>
                          <a:pt x="7763164" y="5821858"/>
                          <a:pt x="7607323" y="5850838"/>
                        </a:cubicBezTo>
                        <a:cubicBezTo>
                          <a:pt x="7451482" y="5879818"/>
                          <a:pt x="7369641" y="5823798"/>
                          <a:pt x="7237688" y="5850838"/>
                        </a:cubicBezTo>
                        <a:cubicBezTo>
                          <a:pt x="7105735" y="5877878"/>
                          <a:pt x="6614599" y="5773841"/>
                          <a:pt x="6414952" y="5850838"/>
                        </a:cubicBezTo>
                        <a:cubicBezTo>
                          <a:pt x="6215305" y="5927835"/>
                          <a:pt x="5870983" y="5845212"/>
                          <a:pt x="5592217" y="5850838"/>
                        </a:cubicBezTo>
                        <a:cubicBezTo>
                          <a:pt x="5313451" y="5856464"/>
                          <a:pt x="5130990" y="5785107"/>
                          <a:pt x="4996032" y="5850838"/>
                        </a:cubicBezTo>
                        <a:cubicBezTo>
                          <a:pt x="4861074" y="5916569"/>
                          <a:pt x="4798691" y="5847178"/>
                          <a:pt x="4739672" y="5850838"/>
                        </a:cubicBezTo>
                        <a:cubicBezTo>
                          <a:pt x="4680653" y="5854498"/>
                          <a:pt x="4582011" y="5838269"/>
                          <a:pt x="4483312" y="5850838"/>
                        </a:cubicBezTo>
                        <a:cubicBezTo>
                          <a:pt x="4384613" y="5863407"/>
                          <a:pt x="3858308" y="5760206"/>
                          <a:pt x="3660577" y="5850838"/>
                        </a:cubicBezTo>
                        <a:cubicBezTo>
                          <a:pt x="3462847" y="5941470"/>
                          <a:pt x="3331316" y="5821704"/>
                          <a:pt x="3177667" y="5850838"/>
                        </a:cubicBezTo>
                        <a:cubicBezTo>
                          <a:pt x="3024018" y="5879972"/>
                          <a:pt x="2605027" y="5800646"/>
                          <a:pt x="2354931" y="5850838"/>
                        </a:cubicBezTo>
                        <a:cubicBezTo>
                          <a:pt x="2104835" y="5901030"/>
                          <a:pt x="1968527" y="5805912"/>
                          <a:pt x="1758746" y="5850838"/>
                        </a:cubicBezTo>
                        <a:cubicBezTo>
                          <a:pt x="1548965" y="5895764"/>
                          <a:pt x="1627155" y="5831445"/>
                          <a:pt x="1502387" y="5850838"/>
                        </a:cubicBezTo>
                        <a:cubicBezTo>
                          <a:pt x="1377619" y="5870231"/>
                          <a:pt x="1243411" y="5808250"/>
                          <a:pt x="1132752" y="5850838"/>
                        </a:cubicBezTo>
                        <a:cubicBezTo>
                          <a:pt x="1022093" y="5893426"/>
                          <a:pt x="841842" y="5813802"/>
                          <a:pt x="649842" y="5850838"/>
                        </a:cubicBezTo>
                        <a:cubicBezTo>
                          <a:pt x="457842" y="5887874"/>
                          <a:pt x="316547" y="5817400"/>
                          <a:pt x="0" y="5850838"/>
                        </a:cubicBezTo>
                        <a:cubicBezTo>
                          <a:pt x="-23010" y="5667982"/>
                          <a:pt x="26371" y="5376550"/>
                          <a:pt x="0" y="5207246"/>
                        </a:cubicBezTo>
                        <a:cubicBezTo>
                          <a:pt x="-26371" y="5037942"/>
                          <a:pt x="52499" y="4836475"/>
                          <a:pt x="0" y="4680670"/>
                        </a:cubicBezTo>
                        <a:cubicBezTo>
                          <a:pt x="-52499" y="4524865"/>
                          <a:pt x="38164" y="4424291"/>
                          <a:pt x="0" y="4271112"/>
                        </a:cubicBezTo>
                        <a:cubicBezTo>
                          <a:pt x="-38164" y="4117933"/>
                          <a:pt x="13038" y="3901346"/>
                          <a:pt x="0" y="3569011"/>
                        </a:cubicBezTo>
                        <a:cubicBezTo>
                          <a:pt x="-13038" y="3236676"/>
                          <a:pt x="26246" y="3283733"/>
                          <a:pt x="0" y="3159453"/>
                        </a:cubicBezTo>
                        <a:cubicBezTo>
                          <a:pt x="-26246" y="3035173"/>
                          <a:pt x="16811" y="2759597"/>
                          <a:pt x="0" y="2574369"/>
                        </a:cubicBezTo>
                        <a:cubicBezTo>
                          <a:pt x="-16811" y="2389141"/>
                          <a:pt x="25008" y="2066581"/>
                          <a:pt x="0" y="1872268"/>
                        </a:cubicBezTo>
                        <a:cubicBezTo>
                          <a:pt x="-25008" y="1677955"/>
                          <a:pt x="19918" y="1408387"/>
                          <a:pt x="0" y="1170168"/>
                        </a:cubicBezTo>
                        <a:cubicBezTo>
                          <a:pt x="-19918" y="931949"/>
                          <a:pt x="41231" y="841743"/>
                          <a:pt x="0" y="526575"/>
                        </a:cubicBezTo>
                        <a:cubicBezTo>
                          <a:pt x="-41231" y="211407"/>
                          <a:pt x="52995" y="160001"/>
                          <a:pt x="0" y="0"/>
                        </a:cubicBezTo>
                        <a:close/>
                      </a:path>
                      <a:path w="11327518" h="5850838" stroke="0" extrusionOk="0">
                        <a:moveTo>
                          <a:pt x="0" y="0"/>
                        </a:moveTo>
                        <a:cubicBezTo>
                          <a:pt x="190339" y="-52346"/>
                          <a:pt x="344887" y="51323"/>
                          <a:pt x="482910" y="0"/>
                        </a:cubicBezTo>
                        <a:cubicBezTo>
                          <a:pt x="620933" y="-51323"/>
                          <a:pt x="675871" y="19361"/>
                          <a:pt x="739270" y="0"/>
                        </a:cubicBezTo>
                        <a:cubicBezTo>
                          <a:pt x="802669" y="-19361"/>
                          <a:pt x="1325916" y="92536"/>
                          <a:pt x="1562005" y="0"/>
                        </a:cubicBezTo>
                        <a:cubicBezTo>
                          <a:pt x="1798094" y="-92536"/>
                          <a:pt x="1929995" y="27160"/>
                          <a:pt x="2044915" y="0"/>
                        </a:cubicBezTo>
                        <a:cubicBezTo>
                          <a:pt x="2159835" y="-27160"/>
                          <a:pt x="2302190" y="26229"/>
                          <a:pt x="2527825" y="0"/>
                        </a:cubicBezTo>
                        <a:cubicBezTo>
                          <a:pt x="2753460" y="-26229"/>
                          <a:pt x="3158478" y="63046"/>
                          <a:pt x="3350561" y="0"/>
                        </a:cubicBezTo>
                        <a:cubicBezTo>
                          <a:pt x="3542644" y="-63046"/>
                          <a:pt x="3595952" y="25830"/>
                          <a:pt x="3720195" y="0"/>
                        </a:cubicBezTo>
                        <a:cubicBezTo>
                          <a:pt x="3844438" y="-25830"/>
                          <a:pt x="4252403" y="57654"/>
                          <a:pt x="4542931" y="0"/>
                        </a:cubicBezTo>
                        <a:cubicBezTo>
                          <a:pt x="4833459" y="-57654"/>
                          <a:pt x="5188070" y="23753"/>
                          <a:pt x="5365666" y="0"/>
                        </a:cubicBezTo>
                        <a:cubicBezTo>
                          <a:pt x="5543262" y="-23753"/>
                          <a:pt x="5832864" y="57122"/>
                          <a:pt x="5961852" y="0"/>
                        </a:cubicBezTo>
                        <a:cubicBezTo>
                          <a:pt x="6090840" y="-57122"/>
                          <a:pt x="6563315" y="36277"/>
                          <a:pt x="6784587" y="0"/>
                        </a:cubicBezTo>
                        <a:cubicBezTo>
                          <a:pt x="7005859" y="-36277"/>
                          <a:pt x="7061557" y="9086"/>
                          <a:pt x="7267497" y="0"/>
                        </a:cubicBezTo>
                        <a:cubicBezTo>
                          <a:pt x="7473437" y="-9086"/>
                          <a:pt x="7618214" y="16848"/>
                          <a:pt x="7750407" y="0"/>
                        </a:cubicBezTo>
                        <a:cubicBezTo>
                          <a:pt x="7882600" y="-16848"/>
                          <a:pt x="8156801" y="57895"/>
                          <a:pt x="8459867" y="0"/>
                        </a:cubicBezTo>
                        <a:cubicBezTo>
                          <a:pt x="8762933" y="-57895"/>
                          <a:pt x="8800897" y="52657"/>
                          <a:pt x="8942777" y="0"/>
                        </a:cubicBezTo>
                        <a:cubicBezTo>
                          <a:pt x="9084657" y="-52657"/>
                          <a:pt x="9551186" y="15908"/>
                          <a:pt x="9765513" y="0"/>
                        </a:cubicBezTo>
                        <a:cubicBezTo>
                          <a:pt x="9979840" y="-15908"/>
                          <a:pt x="10213960" y="26999"/>
                          <a:pt x="10588248" y="0"/>
                        </a:cubicBezTo>
                        <a:cubicBezTo>
                          <a:pt x="10962536" y="-26999"/>
                          <a:pt x="10964858" y="21158"/>
                          <a:pt x="11327518" y="0"/>
                        </a:cubicBezTo>
                        <a:cubicBezTo>
                          <a:pt x="11329404" y="204381"/>
                          <a:pt x="11289217" y="381973"/>
                          <a:pt x="11327518" y="526575"/>
                        </a:cubicBezTo>
                        <a:cubicBezTo>
                          <a:pt x="11365819" y="671178"/>
                          <a:pt x="11303432" y="760079"/>
                          <a:pt x="11327518" y="936134"/>
                        </a:cubicBezTo>
                        <a:cubicBezTo>
                          <a:pt x="11351604" y="1112189"/>
                          <a:pt x="11297919" y="1245027"/>
                          <a:pt x="11327518" y="1404201"/>
                        </a:cubicBezTo>
                        <a:cubicBezTo>
                          <a:pt x="11357117" y="1563375"/>
                          <a:pt x="11301602" y="1789758"/>
                          <a:pt x="11327518" y="2047793"/>
                        </a:cubicBezTo>
                        <a:cubicBezTo>
                          <a:pt x="11353434" y="2305828"/>
                          <a:pt x="11265423" y="2366097"/>
                          <a:pt x="11327518" y="2574369"/>
                        </a:cubicBezTo>
                        <a:cubicBezTo>
                          <a:pt x="11389613" y="2782641"/>
                          <a:pt x="11298050" y="2885977"/>
                          <a:pt x="11327518" y="3042436"/>
                        </a:cubicBezTo>
                        <a:cubicBezTo>
                          <a:pt x="11356986" y="3198895"/>
                          <a:pt x="11263295" y="3536795"/>
                          <a:pt x="11327518" y="3686028"/>
                        </a:cubicBezTo>
                        <a:cubicBezTo>
                          <a:pt x="11391741" y="3835261"/>
                          <a:pt x="11265829" y="4108878"/>
                          <a:pt x="11327518" y="4271112"/>
                        </a:cubicBezTo>
                        <a:cubicBezTo>
                          <a:pt x="11389207" y="4433346"/>
                          <a:pt x="11286850" y="4673434"/>
                          <a:pt x="11327518" y="4856196"/>
                        </a:cubicBezTo>
                        <a:cubicBezTo>
                          <a:pt x="11368186" y="5038958"/>
                          <a:pt x="11295571" y="5472768"/>
                          <a:pt x="11327518" y="5850838"/>
                        </a:cubicBezTo>
                        <a:cubicBezTo>
                          <a:pt x="11111307" y="5854150"/>
                          <a:pt x="10831911" y="5818363"/>
                          <a:pt x="10618058" y="5850838"/>
                        </a:cubicBezTo>
                        <a:cubicBezTo>
                          <a:pt x="10404205" y="5883313"/>
                          <a:pt x="10429394" y="5845042"/>
                          <a:pt x="10248423" y="5850838"/>
                        </a:cubicBezTo>
                        <a:cubicBezTo>
                          <a:pt x="10067452" y="5856634"/>
                          <a:pt x="9754262" y="5801999"/>
                          <a:pt x="9538963" y="5850838"/>
                        </a:cubicBezTo>
                        <a:cubicBezTo>
                          <a:pt x="9323664" y="5899677"/>
                          <a:pt x="9361173" y="5826118"/>
                          <a:pt x="9282603" y="5850838"/>
                        </a:cubicBezTo>
                        <a:cubicBezTo>
                          <a:pt x="9204033" y="5875558"/>
                          <a:pt x="8854828" y="5769311"/>
                          <a:pt x="8573143" y="5850838"/>
                        </a:cubicBezTo>
                        <a:cubicBezTo>
                          <a:pt x="8291458" y="5932365"/>
                          <a:pt x="8290328" y="5811605"/>
                          <a:pt x="8203508" y="5850838"/>
                        </a:cubicBezTo>
                        <a:cubicBezTo>
                          <a:pt x="8116688" y="5890071"/>
                          <a:pt x="8057882" y="5831319"/>
                          <a:pt x="7947148" y="5850838"/>
                        </a:cubicBezTo>
                        <a:cubicBezTo>
                          <a:pt x="7836414" y="5870357"/>
                          <a:pt x="7730897" y="5812334"/>
                          <a:pt x="7577513" y="5850838"/>
                        </a:cubicBezTo>
                        <a:cubicBezTo>
                          <a:pt x="7424129" y="5889342"/>
                          <a:pt x="7192735" y="5821747"/>
                          <a:pt x="6868053" y="5850838"/>
                        </a:cubicBezTo>
                        <a:cubicBezTo>
                          <a:pt x="6543371" y="5879929"/>
                          <a:pt x="6663453" y="5837340"/>
                          <a:pt x="6498418" y="5850838"/>
                        </a:cubicBezTo>
                        <a:cubicBezTo>
                          <a:pt x="6333383" y="5864336"/>
                          <a:pt x="6333602" y="5842292"/>
                          <a:pt x="6242059" y="5850838"/>
                        </a:cubicBezTo>
                        <a:cubicBezTo>
                          <a:pt x="6150516" y="5859384"/>
                          <a:pt x="6020687" y="5825363"/>
                          <a:pt x="5872424" y="5850838"/>
                        </a:cubicBezTo>
                        <a:cubicBezTo>
                          <a:pt x="5724161" y="5876313"/>
                          <a:pt x="5575375" y="5837302"/>
                          <a:pt x="5389514" y="5850838"/>
                        </a:cubicBezTo>
                        <a:cubicBezTo>
                          <a:pt x="5203653" y="5864374"/>
                          <a:pt x="4926543" y="5825923"/>
                          <a:pt x="4793329" y="5850838"/>
                        </a:cubicBezTo>
                        <a:cubicBezTo>
                          <a:pt x="4660116" y="5875753"/>
                          <a:pt x="4540325" y="5848753"/>
                          <a:pt x="4423694" y="5850838"/>
                        </a:cubicBezTo>
                        <a:cubicBezTo>
                          <a:pt x="4307063" y="5852923"/>
                          <a:pt x="3918926" y="5782362"/>
                          <a:pt x="3600958" y="5850838"/>
                        </a:cubicBezTo>
                        <a:cubicBezTo>
                          <a:pt x="3282990" y="5919314"/>
                          <a:pt x="3205131" y="5781166"/>
                          <a:pt x="3004773" y="5850838"/>
                        </a:cubicBezTo>
                        <a:cubicBezTo>
                          <a:pt x="2804415" y="5920510"/>
                          <a:pt x="2430364" y="5791142"/>
                          <a:pt x="2182038" y="5850838"/>
                        </a:cubicBezTo>
                        <a:cubicBezTo>
                          <a:pt x="1933712" y="5910534"/>
                          <a:pt x="1721636" y="5784395"/>
                          <a:pt x="1472577" y="5850838"/>
                        </a:cubicBezTo>
                        <a:cubicBezTo>
                          <a:pt x="1223518" y="5917281"/>
                          <a:pt x="1109801" y="5807946"/>
                          <a:pt x="989667" y="5850838"/>
                        </a:cubicBezTo>
                        <a:cubicBezTo>
                          <a:pt x="869533" y="5893730"/>
                          <a:pt x="205328" y="5801417"/>
                          <a:pt x="0" y="5850838"/>
                        </a:cubicBezTo>
                        <a:cubicBezTo>
                          <a:pt x="-47768" y="5640259"/>
                          <a:pt x="9501" y="5481500"/>
                          <a:pt x="0" y="5382771"/>
                        </a:cubicBezTo>
                        <a:cubicBezTo>
                          <a:pt x="-9501" y="5284042"/>
                          <a:pt x="61414" y="5039869"/>
                          <a:pt x="0" y="4797687"/>
                        </a:cubicBezTo>
                        <a:cubicBezTo>
                          <a:pt x="-61414" y="4555505"/>
                          <a:pt x="17056" y="4422475"/>
                          <a:pt x="0" y="4095587"/>
                        </a:cubicBezTo>
                        <a:cubicBezTo>
                          <a:pt x="-17056" y="3768699"/>
                          <a:pt x="35192" y="3648981"/>
                          <a:pt x="0" y="3393486"/>
                        </a:cubicBezTo>
                        <a:cubicBezTo>
                          <a:pt x="-35192" y="3137991"/>
                          <a:pt x="33394" y="3043799"/>
                          <a:pt x="0" y="2749894"/>
                        </a:cubicBezTo>
                        <a:cubicBezTo>
                          <a:pt x="-33394" y="2455989"/>
                          <a:pt x="74061" y="2397224"/>
                          <a:pt x="0" y="2106302"/>
                        </a:cubicBezTo>
                        <a:cubicBezTo>
                          <a:pt x="-74061" y="1815380"/>
                          <a:pt x="61623" y="1626672"/>
                          <a:pt x="0" y="1462710"/>
                        </a:cubicBezTo>
                        <a:cubicBezTo>
                          <a:pt x="-61623" y="1298748"/>
                          <a:pt x="8561" y="1145488"/>
                          <a:pt x="0" y="994642"/>
                        </a:cubicBezTo>
                        <a:cubicBezTo>
                          <a:pt x="-8561" y="843796"/>
                          <a:pt x="79509" y="25923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1049206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E38676A9-791B-4BB8-8F7A-AA54D281E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1721" y="534357"/>
            <a:ext cx="11208555" cy="5789280"/>
          </a:xfrm>
          <a:prstGeom prst="rect">
            <a:avLst/>
          </a:prstGeom>
          <a:ln w="76200" cmpd="thinThick">
            <a:solidFill>
              <a:schemeClr val="tx1">
                <a:lumMod val="50000"/>
                <a:lumOff val="5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327518"/>
                      <a:gd name="connsiteY0" fmla="*/ 0 h 5850838"/>
                      <a:gd name="connsiteX1" fmla="*/ 596185 w 11327518"/>
                      <a:gd name="connsiteY1" fmla="*/ 0 h 5850838"/>
                      <a:gd name="connsiteX2" fmla="*/ 852545 w 11327518"/>
                      <a:gd name="connsiteY2" fmla="*/ 0 h 5850838"/>
                      <a:gd name="connsiteX3" fmla="*/ 1562005 w 11327518"/>
                      <a:gd name="connsiteY3" fmla="*/ 0 h 5850838"/>
                      <a:gd name="connsiteX4" fmla="*/ 1818365 w 11327518"/>
                      <a:gd name="connsiteY4" fmla="*/ 0 h 5850838"/>
                      <a:gd name="connsiteX5" fmla="*/ 2414550 w 11327518"/>
                      <a:gd name="connsiteY5" fmla="*/ 0 h 5850838"/>
                      <a:gd name="connsiteX6" fmla="*/ 3237285 w 11327518"/>
                      <a:gd name="connsiteY6" fmla="*/ 0 h 5850838"/>
                      <a:gd name="connsiteX7" fmla="*/ 4060021 w 11327518"/>
                      <a:gd name="connsiteY7" fmla="*/ 0 h 5850838"/>
                      <a:gd name="connsiteX8" fmla="*/ 4769481 w 11327518"/>
                      <a:gd name="connsiteY8" fmla="*/ 0 h 5850838"/>
                      <a:gd name="connsiteX9" fmla="*/ 5252391 w 11327518"/>
                      <a:gd name="connsiteY9" fmla="*/ 0 h 5850838"/>
                      <a:gd name="connsiteX10" fmla="*/ 5508751 w 11327518"/>
                      <a:gd name="connsiteY10" fmla="*/ 0 h 5850838"/>
                      <a:gd name="connsiteX11" fmla="*/ 5991661 w 11327518"/>
                      <a:gd name="connsiteY11" fmla="*/ 0 h 5850838"/>
                      <a:gd name="connsiteX12" fmla="*/ 6701121 w 11327518"/>
                      <a:gd name="connsiteY12" fmla="*/ 0 h 5850838"/>
                      <a:gd name="connsiteX13" fmla="*/ 7523857 w 11327518"/>
                      <a:gd name="connsiteY13" fmla="*/ 0 h 5850838"/>
                      <a:gd name="connsiteX14" fmla="*/ 7780216 w 11327518"/>
                      <a:gd name="connsiteY14" fmla="*/ 0 h 5850838"/>
                      <a:gd name="connsiteX15" fmla="*/ 8036576 w 11327518"/>
                      <a:gd name="connsiteY15" fmla="*/ 0 h 5850838"/>
                      <a:gd name="connsiteX16" fmla="*/ 8859311 w 11327518"/>
                      <a:gd name="connsiteY16" fmla="*/ 0 h 5850838"/>
                      <a:gd name="connsiteX17" fmla="*/ 9115671 w 11327518"/>
                      <a:gd name="connsiteY17" fmla="*/ 0 h 5850838"/>
                      <a:gd name="connsiteX18" fmla="*/ 9711856 w 11327518"/>
                      <a:gd name="connsiteY18" fmla="*/ 0 h 5850838"/>
                      <a:gd name="connsiteX19" fmla="*/ 10081491 w 11327518"/>
                      <a:gd name="connsiteY19" fmla="*/ 0 h 5850838"/>
                      <a:gd name="connsiteX20" fmla="*/ 10451126 w 11327518"/>
                      <a:gd name="connsiteY20" fmla="*/ 0 h 5850838"/>
                      <a:gd name="connsiteX21" fmla="*/ 11327518 w 11327518"/>
                      <a:gd name="connsiteY21" fmla="*/ 0 h 5850838"/>
                      <a:gd name="connsiteX22" fmla="*/ 11327518 w 11327518"/>
                      <a:gd name="connsiteY22" fmla="*/ 468067 h 5850838"/>
                      <a:gd name="connsiteX23" fmla="*/ 11327518 w 11327518"/>
                      <a:gd name="connsiteY23" fmla="*/ 877626 h 5850838"/>
                      <a:gd name="connsiteX24" fmla="*/ 11327518 w 11327518"/>
                      <a:gd name="connsiteY24" fmla="*/ 1462710 h 5850838"/>
                      <a:gd name="connsiteX25" fmla="*/ 11327518 w 11327518"/>
                      <a:gd name="connsiteY25" fmla="*/ 1989285 h 5850838"/>
                      <a:gd name="connsiteX26" fmla="*/ 11327518 w 11327518"/>
                      <a:gd name="connsiteY26" fmla="*/ 2515860 h 5850838"/>
                      <a:gd name="connsiteX27" fmla="*/ 11327518 w 11327518"/>
                      <a:gd name="connsiteY27" fmla="*/ 3042436 h 5850838"/>
                      <a:gd name="connsiteX28" fmla="*/ 11327518 w 11327518"/>
                      <a:gd name="connsiteY28" fmla="*/ 3451994 h 5850838"/>
                      <a:gd name="connsiteX29" fmla="*/ 11327518 w 11327518"/>
                      <a:gd name="connsiteY29" fmla="*/ 4154095 h 5850838"/>
                      <a:gd name="connsiteX30" fmla="*/ 11327518 w 11327518"/>
                      <a:gd name="connsiteY30" fmla="*/ 4856196 h 5850838"/>
                      <a:gd name="connsiteX31" fmla="*/ 11327518 w 11327518"/>
                      <a:gd name="connsiteY31" fmla="*/ 5265754 h 5850838"/>
                      <a:gd name="connsiteX32" fmla="*/ 11327518 w 11327518"/>
                      <a:gd name="connsiteY32" fmla="*/ 5850838 h 5850838"/>
                      <a:gd name="connsiteX33" fmla="*/ 10731333 w 11327518"/>
                      <a:gd name="connsiteY33" fmla="*/ 5850838 h 5850838"/>
                      <a:gd name="connsiteX34" fmla="*/ 10361698 w 11327518"/>
                      <a:gd name="connsiteY34" fmla="*/ 5850838 h 5850838"/>
                      <a:gd name="connsiteX35" fmla="*/ 9878788 w 11327518"/>
                      <a:gd name="connsiteY35" fmla="*/ 5850838 h 5850838"/>
                      <a:gd name="connsiteX36" fmla="*/ 9282603 w 11327518"/>
                      <a:gd name="connsiteY36" fmla="*/ 5850838 h 5850838"/>
                      <a:gd name="connsiteX37" fmla="*/ 8686418 w 11327518"/>
                      <a:gd name="connsiteY37" fmla="*/ 5850838 h 5850838"/>
                      <a:gd name="connsiteX38" fmla="*/ 7976957 w 11327518"/>
                      <a:gd name="connsiteY38" fmla="*/ 5850838 h 5850838"/>
                      <a:gd name="connsiteX39" fmla="*/ 7607323 w 11327518"/>
                      <a:gd name="connsiteY39" fmla="*/ 5850838 h 5850838"/>
                      <a:gd name="connsiteX40" fmla="*/ 7237688 w 11327518"/>
                      <a:gd name="connsiteY40" fmla="*/ 5850838 h 5850838"/>
                      <a:gd name="connsiteX41" fmla="*/ 6414952 w 11327518"/>
                      <a:gd name="connsiteY41" fmla="*/ 5850838 h 5850838"/>
                      <a:gd name="connsiteX42" fmla="*/ 5592217 w 11327518"/>
                      <a:gd name="connsiteY42" fmla="*/ 5850838 h 5850838"/>
                      <a:gd name="connsiteX43" fmla="*/ 4996032 w 11327518"/>
                      <a:gd name="connsiteY43" fmla="*/ 5850838 h 5850838"/>
                      <a:gd name="connsiteX44" fmla="*/ 4739672 w 11327518"/>
                      <a:gd name="connsiteY44" fmla="*/ 5850838 h 5850838"/>
                      <a:gd name="connsiteX45" fmla="*/ 4483312 w 11327518"/>
                      <a:gd name="connsiteY45" fmla="*/ 5850838 h 5850838"/>
                      <a:gd name="connsiteX46" fmla="*/ 3660577 w 11327518"/>
                      <a:gd name="connsiteY46" fmla="*/ 5850838 h 5850838"/>
                      <a:gd name="connsiteX47" fmla="*/ 3177667 w 11327518"/>
                      <a:gd name="connsiteY47" fmla="*/ 5850838 h 5850838"/>
                      <a:gd name="connsiteX48" fmla="*/ 2354931 w 11327518"/>
                      <a:gd name="connsiteY48" fmla="*/ 5850838 h 5850838"/>
                      <a:gd name="connsiteX49" fmla="*/ 1758746 w 11327518"/>
                      <a:gd name="connsiteY49" fmla="*/ 5850838 h 5850838"/>
                      <a:gd name="connsiteX50" fmla="*/ 1502387 w 11327518"/>
                      <a:gd name="connsiteY50" fmla="*/ 5850838 h 5850838"/>
                      <a:gd name="connsiteX51" fmla="*/ 1132752 w 11327518"/>
                      <a:gd name="connsiteY51" fmla="*/ 5850838 h 5850838"/>
                      <a:gd name="connsiteX52" fmla="*/ 649842 w 11327518"/>
                      <a:gd name="connsiteY52" fmla="*/ 5850838 h 5850838"/>
                      <a:gd name="connsiteX53" fmla="*/ 0 w 11327518"/>
                      <a:gd name="connsiteY53" fmla="*/ 5850838 h 5850838"/>
                      <a:gd name="connsiteX54" fmla="*/ 0 w 11327518"/>
                      <a:gd name="connsiteY54" fmla="*/ 5207246 h 5850838"/>
                      <a:gd name="connsiteX55" fmla="*/ 0 w 11327518"/>
                      <a:gd name="connsiteY55" fmla="*/ 4680670 h 5850838"/>
                      <a:gd name="connsiteX56" fmla="*/ 0 w 11327518"/>
                      <a:gd name="connsiteY56" fmla="*/ 4271112 h 5850838"/>
                      <a:gd name="connsiteX57" fmla="*/ 0 w 11327518"/>
                      <a:gd name="connsiteY57" fmla="*/ 3569011 h 5850838"/>
                      <a:gd name="connsiteX58" fmla="*/ 0 w 11327518"/>
                      <a:gd name="connsiteY58" fmla="*/ 3159453 h 5850838"/>
                      <a:gd name="connsiteX59" fmla="*/ 0 w 11327518"/>
                      <a:gd name="connsiteY59" fmla="*/ 2574369 h 5850838"/>
                      <a:gd name="connsiteX60" fmla="*/ 0 w 11327518"/>
                      <a:gd name="connsiteY60" fmla="*/ 1872268 h 5850838"/>
                      <a:gd name="connsiteX61" fmla="*/ 0 w 11327518"/>
                      <a:gd name="connsiteY61" fmla="*/ 1170168 h 5850838"/>
                      <a:gd name="connsiteX62" fmla="*/ 0 w 11327518"/>
                      <a:gd name="connsiteY62" fmla="*/ 526575 h 5850838"/>
                      <a:gd name="connsiteX63" fmla="*/ 0 w 11327518"/>
                      <a:gd name="connsiteY63" fmla="*/ 0 h 58508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</a:cxnLst>
                    <a:rect l="l" t="t" r="r" b="b"/>
                    <a:pathLst>
                      <a:path w="11327518" h="5850838" fill="none" extrusionOk="0">
                        <a:moveTo>
                          <a:pt x="0" y="0"/>
                        </a:moveTo>
                        <a:cubicBezTo>
                          <a:pt x="199623" y="-38443"/>
                          <a:pt x="325669" y="57039"/>
                          <a:pt x="596185" y="0"/>
                        </a:cubicBezTo>
                        <a:cubicBezTo>
                          <a:pt x="866701" y="-57039"/>
                          <a:pt x="787814" y="30420"/>
                          <a:pt x="852545" y="0"/>
                        </a:cubicBezTo>
                        <a:cubicBezTo>
                          <a:pt x="917276" y="-30420"/>
                          <a:pt x="1407839" y="47840"/>
                          <a:pt x="1562005" y="0"/>
                        </a:cubicBezTo>
                        <a:cubicBezTo>
                          <a:pt x="1716171" y="-47840"/>
                          <a:pt x="1731284" y="20803"/>
                          <a:pt x="1818365" y="0"/>
                        </a:cubicBezTo>
                        <a:cubicBezTo>
                          <a:pt x="1905446" y="-20803"/>
                          <a:pt x="2249380" y="26975"/>
                          <a:pt x="2414550" y="0"/>
                        </a:cubicBezTo>
                        <a:cubicBezTo>
                          <a:pt x="2579720" y="-26975"/>
                          <a:pt x="2915166" y="64698"/>
                          <a:pt x="3237285" y="0"/>
                        </a:cubicBezTo>
                        <a:cubicBezTo>
                          <a:pt x="3559405" y="-64698"/>
                          <a:pt x="3882863" y="66094"/>
                          <a:pt x="4060021" y="0"/>
                        </a:cubicBezTo>
                        <a:cubicBezTo>
                          <a:pt x="4237179" y="-66094"/>
                          <a:pt x="4467026" y="6500"/>
                          <a:pt x="4769481" y="0"/>
                        </a:cubicBezTo>
                        <a:cubicBezTo>
                          <a:pt x="5071936" y="-6500"/>
                          <a:pt x="5093310" y="50141"/>
                          <a:pt x="5252391" y="0"/>
                        </a:cubicBezTo>
                        <a:cubicBezTo>
                          <a:pt x="5411472" y="-50141"/>
                          <a:pt x="5436744" y="20958"/>
                          <a:pt x="5508751" y="0"/>
                        </a:cubicBezTo>
                        <a:cubicBezTo>
                          <a:pt x="5580758" y="-20958"/>
                          <a:pt x="5871744" y="16120"/>
                          <a:pt x="5991661" y="0"/>
                        </a:cubicBezTo>
                        <a:cubicBezTo>
                          <a:pt x="6111578" y="-16120"/>
                          <a:pt x="6531829" y="10514"/>
                          <a:pt x="6701121" y="0"/>
                        </a:cubicBezTo>
                        <a:cubicBezTo>
                          <a:pt x="6870413" y="-10514"/>
                          <a:pt x="7297743" y="27207"/>
                          <a:pt x="7523857" y="0"/>
                        </a:cubicBezTo>
                        <a:cubicBezTo>
                          <a:pt x="7749971" y="-27207"/>
                          <a:pt x="7695579" y="24095"/>
                          <a:pt x="7780216" y="0"/>
                        </a:cubicBezTo>
                        <a:cubicBezTo>
                          <a:pt x="7864853" y="-24095"/>
                          <a:pt x="7908775" y="28511"/>
                          <a:pt x="8036576" y="0"/>
                        </a:cubicBezTo>
                        <a:cubicBezTo>
                          <a:pt x="8164377" y="-28511"/>
                          <a:pt x="8574440" y="58668"/>
                          <a:pt x="8859311" y="0"/>
                        </a:cubicBezTo>
                        <a:cubicBezTo>
                          <a:pt x="9144182" y="-58668"/>
                          <a:pt x="8995791" y="2810"/>
                          <a:pt x="9115671" y="0"/>
                        </a:cubicBezTo>
                        <a:cubicBezTo>
                          <a:pt x="9235551" y="-2810"/>
                          <a:pt x="9498764" y="57817"/>
                          <a:pt x="9711856" y="0"/>
                        </a:cubicBezTo>
                        <a:cubicBezTo>
                          <a:pt x="9924949" y="-57817"/>
                          <a:pt x="9902014" y="42847"/>
                          <a:pt x="10081491" y="0"/>
                        </a:cubicBezTo>
                        <a:cubicBezTo>
                          <a:pt x="10260968" y="-42847"/>
                          <a:pt x="10339792" y="22130"/>
                          <a:pt x="10451126" y="0"/>
                        </a:cubicBezTo>
                        <a:cubicBezTo>
                          <a:pt x="10562461" y="-22130"/>
                          <a:pt x="11121904" y="104730"/>
                          <a:pt x="11327518" y="0"/>
                        </a:cubicBezTo>
                        <a:cubicBezTo>
                          <a:pt x="11349373" y="158838"/>
                          <a:pt x="11271907" y="341595"/>
                          <a:pt x="11327518" y="468067"/>
                        </a:cubicBezTo>
                        <a:cubicBezTo>
                          <a:pt x="11383129" y="594539"/>
                          <a:pt x="11290595" y="699903"/>
                          <a:pt x="11327518" y="877626"/>
                        </a:cubicBezTo>
                        <a:cubicBezTo>
                          <a:pt x="11364441" y="1055349"/>
                          <a:pt x="11311139" y="1291464"/>
                          <a:pt x="11327518" y="1462710"/>
                        </a:cubicBezTo>
                        <a:cubicBezTo>
                          <a:pt x="11343897" y="1633956"/>
                          <a:pt x="11294761" y="1835313"/>
                          <a:pt x="11327518" y="1989285"/>
                        </a:cubicBezTo>
                        <a:cubicBezTo>
                          <a:pt x="11360275" y="2143258"/>
                          <a:pt x="11268549" y="2293901"/>
                          <a:pt x="11327518" y="2515860"/>
                        </a:cubicBezTo>
                        <a:cubicBezTo>
                          <a:pt x="11386487" y="2737820"/>
                          <a:pt x="11281097" y="2825914"/>
                          <a:pt x="11327518" y="3042436"/>
                        </a:cubicBezTo>
                        <a:cubicBezTo>
                          <a:pt x="11373939" y="3258958"/>
                          <a:pt x="11295965" y="3331182"/>
                          <a:pt x="11327518" y="3451994"/>
                        </a:cubicBezTo>
                        <a:cubicBezTo>
                          <a:pt x="11359071" y="3572806"/>
                          <a:pt x="11274012" y="3937258"/>
                          <a:pt x="11327518" y="4154095"/>
                        </a:cubicBezTo>
                        <a:cubicBezTo>
                          <a:pt x="11381024" y="4370932"/>
                          <a:pt x="11290036" y="4655051"/>
                          <a:pt x="11327518" y="4856196"/>
                        </a:cubicBezTo>
                        <a:cubicBezTo>
                          <a:pt x="11365000" y="5057341"/>
                          <a:pt x="11326694" y="5162254"/>
                          <a:pt x="11327518" y="5265754"/>
                        </a:cubicBezTo>
                        <a:cubicBezTo>
                          <a:pt x="11328342" y="5369254"/>
                          <a:pt x="11321784" y="5710376"/>
                          <a:pt x="11327518" y="5850838"/>
                        </a:cubicBezTo>
                        <a:cubicBezTo>
                          <a:pt x="11072871" y="5862066"/>
                          <a:pt x="10962964" y="5846984"/>
                          <a:pt x="10731333" y="5850838"/>
                        </a:cubicBezTo>
                        <a:cubicBezTo>
                          <a:pt x="10499702" y="5854692"/>
                          <a:pt x="10526837" y="5846583"/>
                          <a:pt x="10361698" y="5850838"/>
                        </a:cubicBezTo>
                        <a:cubicBezTo>
                          <a:pt x="10196559" y="5855093"/>
                          <a:pt x="10057834" y="5830159"/>
                          <a:pt x="9878788" y="5850838"/>
                        </a:cubicBezTo>
                        <a:cubicBezTo>
                          <a:pt x="9699742" y="5871517"/>
                          <a:pt x="9550020" y="5787227"/>
                          <a:pt x="9282603" y="5850838"/>
                        </a:cubicBezTo>
                        <a:cubicBezTo>
                          <a:pt x="9015187" y="5914449"/>
                          <a:pt x="8809030" y="5811108"/>
                          <a:pt x="8686418" y="5850838"/>
                        </a:cubicBezTo>
                        <a:cubicBezTo>
                          <a:pt x="8563807" y="5890568"/>
                          <a:pt x="8300289" y="5835449"/>
                          <a:pt x="7976957" y="5850838"/>
                        </a:cubicBezTo>
                        <a:cubicBezTo>
                          <a:pt x="7653625" y="5866227"/>
                          <a:pt x="7763164" y="5821858"/>
                          <a:pt x="7607323" y="5850838"/>
                        </a:cubicBezTo>
                        <a:cubicBezTo>
                          <a:pt x="7451482" y="5879818"/>
                          <a:pt x="7369641" y="5823798"/>
                          <a:pt x="7237688" y="5850838"/>
                        </a:cubicBezTo>
                        <a:cubicBezTo>
                          <a:pt x="7105735" y="5877878"/>
                          <a:pt x="6614599" y="5773841"/>
                          <a:pt x="6414952" y="5850838"/>
                        </a:cubicBezTo>
                        <a:cubicBezTo>
                          <a:pt x="6215305" y="5927835"/>
                          <a:pt x="5870983" y="5845212"/>
                          <a:pt x="5592217" y="5850838"/>
                        </a:cubicBezTo>
                        <a:cubicBezTo>
                          <a:pt x="5313451" y="5856464"/>
                          <a:pt x="5130990" y="5785107"/>
                          <a:pt x="4996032" y="5850838"/>
                        </a:cubicBezTo>
                        <a:cubicBezTo>
                          <a:pt x="4861074" y="5916569"/>
                          <a:pt x="4798691" y="5847178"/>
                          <a:pt x="4739672" y="5850838"/>
                        </a:cubicBezTo>
                        <a:cubicBezTo>
                          <a:pt x="4680653" y="5854498"/>
                          <a:pt x="4582011" y="5838269"/>
                          <a:pt x="4483312" y="5850838"/>
                        </a:cubicBezTo>
                        <a:cubicBezTo>
                          <a:pt x="4384613" y="5863407"/>
                          <a:pt x="3858308" y="5760206"/>
                          <a:pt x="3660577" y="5850838"/>
                        </a:cubicBezTo>
                        <a:cubicBezTo>
                          <a:pt x="3462847" y="5941470"/>
                          <a:pt x="3331316" y="5821704"/>
                          <a:pt x="3177667" y="5850838"/>
                        </a:cubicBezTo>
                        <a:cubicBezTo>
                          <a:pt x="3024018" y="5879972"/>
                          <a:pt x="2605027" y="5800646"/>
                          <a:pt x="2354931" y="5850838"/>
                        </a:cubicBezTo>
                        <a:cubicBezTo>
                          <a:pt x="2104835" y="5901030"/>
                          <a:pt x="1968527" y="5805912"/>
                          <a:pt x="1758746" y="5850838"/>
                        </a:cubicBezTo>
                        <a:cubicBezTo>
                          <a:pt x="1548965" y="5895764"/>
                          <a:pt x="1627155" y="5831445"/>
                          <a:pt x="1502387" y="5850838"/>
                        </a:cubicBezTo>
                        <a:cubicBezTo>
                          <a:pt x="1377619" y="5870231"/>
                          <a:pt x="1243411" y="5808250"/>
                          <a:pt x="1132752" y="5850838"/>
                        </a:cubicBezTo>
                        <a:cubicBezTo>
                          <a:pt x="1022093" y="5893426"/>
                          <a:pt x="841842" y="5813802"/>
                          <a:pt x="649842" y="5850838"/>
                        </a:cubicBezTo>
                        <a:cubicBezTo>
                          <a:pt x="457842" y="5887874"/>
                          <a:pt x="316547" y="5817400"/>
                          <a:pt x="0" y="5850838"/>
                        </a:cubicBezTo>
                        <a:cubicBezTo>
                          <a:pt x="-23010" y="5667982"/>
                          <a:pt x="26371" y="5376550"/>
                          <a:pt x="0" y="5207246"/>
                        </a:cubicBezTo>
                        <a:cubicBezTo>
                          <a:pt x="-26371" y="5037942"/>
                          <a:pt x="52499" y="4836475"/>
                          <a:pt x="0" y="4680670"/>
                        </a:cubicBezTo>
                        <a:cubicBezTo>
                          <a:pt x="-52499" y="4524865"/>
                          <a:pt x="38164" y="4424291"/>
                          <a:pt x="0" y="4271112"/>
                        </a:cubicBezTo>
                        <a:cubicBezTo>
                          <a:pt x="-38164" y="4117933"/>
                          <a:pt x="13038" y="3901346"/>
                          <a:pt x="0" y="3569011"/>
                        </a:cubicBezTo>
                        <a:cubicBezTo>
                          <a:pt x="-13038" y="3236676"/>
                          <a:pt x="26246" y="3283733"/>
                          <a:pt x="0" y="3159453"/>
                        </a:cubicBezTo>
                        <a:cubicBezTo>
                          <a:pt x="-26246" y="3035173"/>
                          <a:pt x="16811" y="2759597"/>
                          <a:pt x="0" y="2574369"/>
                        </a:cubicBezTo>
                        <a:cubicBezTo>
                          <a:pt x="-16811" y="2389141"/>
                          <a:pt x="25008" y="2066581"/>
                          <a:pt x="0" y="1872268"/>
                        </a:cubicBezTo>
                        <a:cubicBezTo>
                          <a:pt x="-25008" y="1677955"/>
                          <a:pt x="19918" y="1408387"/>
                          <a:pt x="0" y="1170168"/>
                        </a:cubicBezTo>
                        <a:cubicBezTo>
                          <a:pt x="-19918" y="931949"/>
                          <a:pt x="41231" y="841743"/>
                          <a:pt x="0" y="526575"/>
                        </a:cubicBezTo>
                        <a:cubicBezTo>
                          <a:pt x="-41231" y="211407"/>
                          <a:pt x="52995" y="160001"/>
                          <a:pt x="0" y="0"/>
                        </a:cubicBezTo>
                        <a:close/>
                      </a:path>
                      <a:path w="11327518" h="5850838" stroke="0" extrusionOk="0">
                        <a:moveTo>
                          <a:pt x="0" y="0"/>
                        </a:moveTo>
                        <a:cubicBezTo>
                          <a:pt x="190339" y="-52346"/>
                          <a:pt x="344887" y="51323"/>
                          <a:pt x="482910" y="0"/>
                        </a:cubicBezTo>
                        <a:cubicBezTo>
                          <a:pt x="620933" y="-51323"/>
                          <a:pt x="675871" y="19361"/>
                          <a:pt x="739270" y="0"/>
                        </a:cubicBezTo>
                        <a:cubicBezTo>
                          <a:pt x="802669" y="-19361"/>
                          <a:pt x="1325916" y="92536"/>
                          <a:pt x="1562005" y="0"/>
                        </a:cubicBezTo>
                        <a:cubicBezTo>
                          <a:pt x="1798094" y="-92536"/>
                          <a:pt x="1929995" y="27160"/>
                          <a:pt x="2044915" y="0"/>
                        </a:cubicBezTo>
                        <a:cubicBezTo>
                          <a:pt x="2159835" y="-27160"/>
                          <a:pt x="2302190" y="26229"/>
                          <a:pt x="2527825" y="0"/>
                        </a:cubicBezTo>
                        <a:cubicBezTo>
                          <a:pt x="2753460" y="-26229"/>
                          <a:pt x="3158478" y="63046"/>
                          <a:pt x="3350561" y="0"/>
                        </a:cubicBezTo>
                        <a:cubicBezTo>
                          <a:pt x="3542644" y="-63046"/>
                          <a:pt x="3595952" y="25830"/>
                          <a:pt x="3720195" y="0"/>
                        </a:cubicBezTo>
                        <a:cubicBezTo>
                          <a:pt x="3844438" y="-25830"/>
                          <a:pt x="4252403" y="57654"/>
                          <a:pt x="4542931" y="0"/>
                        </a:cubicBezTo>
                        <a:cubicBezTo>
                          <a:pt x="4833459" y="-57654"/>
                          <a:pt x="5188070" y="23753"/>
                          <a:pt x="5365666" y="0"/>
                        </a:cubicBezTo>
                        <a:cubicBezTo>
                          <a:pt x="5543262" y="-23753"/>
                          <a:pt x="5832864" y="57122"/>
                          <a:pt x="5961852" y="0"/>
                        </a:cubicBezTo>
                        <a:cubicBezTo>
                          <a:pt x="6090840" y="-57122"/>
                          <a:pt x="6563315" y="36277"/>
                          <a:pt x="6784587" y="0"/>
                        </a:cubicBezTo>
                        <a:cubicBezTo>
                          <a:pt x="7005859" y="-36277"/>
                          <a:pt x="7061557" y="9086"/>
                          <a:pt x="7267497" y="0"/>
                        </a:cubicBezTo>
                        <a:cubicBezTo>
                          <a:pt x="7473437" y="-9086"/>
                          <a:pt x="7618214" y="16848"/>
                          <a:pt x="7750407" y="0"/>
                        </a:cubicBezTo>
                        <a:cubicBezTo>
                          <a:pt x="7882600" y="-16848"/>
                          <a:pt x="8156801" y="57895"/>
                          <a:pt x="8459867" y="0"/>
                        </a:cubicBezTo>
                        <a:cubicBezTo>
                          <a:pt x="8762933" y="-57895"/>
                          <a:pt x="8800897" y="52657"/>
                          <a:pt x="8942777" y="0"/>
                        </a:cubicBezTo>
                        <a:cubicBezTo>
                          <a:pt x="9084657" y="-52657"/>
                          <a:pt x="9551186" y="15908"/>
                          <a:pt x="9765513" y="0"/>
                        </a:cubicBezTo>
                        <a:cubicBezTo>
                          <a:pt x="9979840" y="-15908"/>
                          <a:pt x="10213960" y="26999"/>
                          <a:pt x="10588248" y="0"/>
                        </a:cubicBezTo>
                        <a:cubicBezTo>
                          <a:pt x="10962536" y="-26999"/>
                          <a:pt x="10964858" y="21158"/>
                          <a:pt x="11327518" y="0"/>
                        </a:cubicBezTo>
                        <a:cubicBezTo>
                          <a:pt x="11329404" y="204381"/>
                          <a:pt x="11289217" y="381973"/>
                          <a:pt x="11327518" y="526575"/>
                        </a:cubicBezTo>
                        <a:cubicBezTo>
                          <a:pt x="11365819" y="671178"/>
                          <a:pt x="11303432" y="760079"/>
                          <a:pt x="11327518" y="936134"/>
                        </a:cubicBezTo>
                        <a:cubicBezTo>
                          <a:pt x="11351604" y="1112189"/>
                          <a:pt x="11297919" y="1245027"/>
                          <a:pt x="11327518" y="1404201"/>
                        </a:cubicBezTo>
                        <a:cubicBezTo>
                          <a:pt x="11357117" y="1563375"/>
                          <a:pt x="11301602" y="1789758"/>
                          <a:pt x="11327518" y="2047793"/>
                        </a:cubicBezTo>
                        <a:cubicBezTo>
                          <a:pt x="11353434" y="2305828"/>
                          <a:pt x="11265423" y="2366097"/>
                          <a:pt x="11327518" y="2574369"/>
                        </a:cubicBezTo>
                        <a:cubicBezTo>
                          <a:pt x="11389613" y="2782641"/>
                          <a:pt x="11298050" y="2885977"/>
                          <a:pt x="11327518" y="3042436"/>
                        </a:cubicBezTo>
                        <a:cubicBezTo>
                          <a:pt x="11356986" y="3198895"/>
                          <a:pt x="11263295" y="3536795"/>
                          <a:pt x="11327518" y="3686028"/>
                        </a:cubicBezTo>
                        <a:cubicBezTo>
                          <a:pt x="11391741" y="3835261"/>
                          <a:pt x="11265829" y="4108878"/>
                          <a:pt x="11327518" y="4271112"/>
                        </a:cubicBezTo>
                        <a:cubicBezTo>
                          <a:pt x="11389207" y="4433346"/>
                          <a:pt x="11286850" y="4673434"/>
                          <a:pt x="11327518" y="4856196"/>
                        </a:cubicBezTo>
                        <a:cubicBezTo>
                          <a:pt x="11368186" y="5038958"/>
                          <a:pt x="11295571" y="5472768"/>
                          <a:pt x="11327518" y="5850838"/>
                        </a:cubicBezTo>
                        <a:cubicBezTo>
                          <a:pt x="11111307" y="5854150"/>
                          <a:pt x="10831911" y="5818363"/>
                          <a:pt x="10618058" y="5850838"/>
                        </a:cubicBezTo>
                        <a:cubicBezTo>
                          <a:pt x="10404205" y="5883313"/>
                          <a:pt x="10429394" y="5845042"/>
                          <a:pt x="10248423" y="5850838"/>
                        </a:cubicBezTo>
                        <a:cubicBezTo>
                          <a:pt x="10067452" y="5856634"/>
                          <a:pt x="9754262" y="5801999"/>
                          <a:pt x="9538963" y="5850838"/>
                        </a:cubicBezTo>
                        <a:cubicBezTo>
                          <a:pt x="9323664" y="5899677"/>
                          <a:pt x="9361173" y="5826118"/>
                          <a:pt x="9282603" y="5850838"/>
                        </a:cubicBezTo>
                        <a:cubicBezTo>
                          <a:pt x="9204033" y="5875558"/>
                          <a:pt x="8854828" y="5769311"/>
                          <a:pt x="8573143" y="5850838"/>
                        </a:cubicBezTo>
                        <a:cubicBezTo>
                          <a:pt x="8291458" y="5932365"/>
                          <a:pt x="8290328" y="5811605"/>
                          <a:pt x="8203508" y="5850838"/>
                        </a:cubicBezTo>
                        <a:cubicBezTo>
                          <a:pt x="8116688" y="5890071"/>
                          <a:pt x="8057882" y="5831319"/>
                          <a:pt x="7947148" y="5850838"/>
                        </a:cubicBezTo>
                        <a:cubicBezTo>
                          <a:pt x="7836414" y="5870357"/>
                          <a:pt x="7730897" y="5812334"/>
                          <a:pt x="7577513" y="5850838"/>
                        </a:cubicBezTo>
                        <a:cubicBezTo>
                          <a:pt x="7424129" y="5889342"/>
                          <a:pt x="7192735" y="5821747"/>
                          <a:pt x="6868053" y="5850838"/>
                        </a:cubicBezTo>
                        <a:cubicBezTo>
                          <a:pt x="6543371" y="5879929"/>
                          <a:pt x="6663453" y="5837340"/>
                          <a:pt x="6498418" y="5850838"/>
                        </a:cubicBezTo>
                        <a:cubicBezTo>
                          <a:pt x="6333383" y="5864336"/>
                          <a:pt x="6333602" y="5842292"/>
                          <a:pt x="6242059" y="5850838"/>
                        </a:cubicBezTo>
                        <a:cubicBezTo>
                          <a:pt x="6150516" y="5859384"/>
                          <a:pt x="6020687" y="5825363"/>
                          <a:pt x="5872424" y="5850838"/>
                        </a:cubicBezTo>
                        <a:cubicBezTo>
                          <a:pt x="5724161" y="5876313"/>
                          <a:pt x="5575375" y="5837302"/>
                          <a:pt x="5389514" y="5850838"/>
                        </a:cubicBezTo>
                        <a:cubicBezTo>
                          <a:pt x="5203653" y="5864374"/>
                          <a:pt x="4926543" y="5825923"/>
                          <a:pt x="4793329" y="5850838"/>
                        </a:cubicBezTo>
                        <a:cubicBezTo>
                          <a:pt x="4660116" y="5875753"/>
                          <a:pt x="4540325" y="5848753"/>
                          <a:pt x="4423694" y="5850838"/>
                        </a:cubicBezTo>
                        <a:cubicBezTo>
                          <a:pt x="4307063" y="5852923"/>
                          <a:pt x="3918926" y="5782362"/>
                          <a:pt x="3600958" y="5850838"/>
                        </a:cubicBezTo>
                        <a:cubicBezTo>
                          <a:pt x="3282990" y="5919314"/>
                          <a:pt x="3205131" y="5781166"/>
                          <a:pt x="3004773" y="5850838"/>
                        </a:cubicBezTo>
                        <a:cubicBezTo>
                          <a:pt x="2804415" y="5920510"/>
                          <a:pt x="2430364" y="5791142"/>
                          <a:pt x="2182038" y="5850838"/>
                        </a:cubicBezTo>
                        <a:cubicBezTo>
                          <a:pt x="1933712" y="5910534"/>
                          <a:pt x="1721636" y="5784395"/>
                          <a:pt x="1472577" y="5850838"/>
                        </a:cubicBezTo>
                        <a:cubicBezTo>
                          <a:pt x="1223518" y="5917281"/>
                          <a:pt x="1109801" y="5807946"/>
                          <a:pt x="989667" y="5850838"/>
                        </a:cubicBezTo>
                        <a:cubicBezTo>
                          <a:pt x="869533" y="5893730"/>
                          <a:pt x="205328" y="5801417"/>
                          <a:pt x="0" y="5850838"/>
                        </a:cubicBezTo>
                        <a:cubicBezTo>
                          <a:pt x="-47768" y="5640259"/>
                          <a:pt x="9501" y="5481500"/>
                          <a:pt x="0" y="5382771"/>
                        </a:cubicBezTo>
                        <a:cubicBezTo>
                          <a:pt x="-9501" y="5284042"/>
                          <a:pt x="61414" y="5039869"/>
                          <a:pt x="0" y="4797687"/>
                        </a:cubicBezTo>
                        <a:cubicBezTo>
                          <a:pt x="-61414" y="4555505"/>
                          <a:pt x="17056" y="4422475"/>
                          <a:pt x="0" y="4095587"/>
                        </a:cubicBezTo>
                        <a:cubicBezTo>
                          <a:pt x="-17056" y="3768699"/>
                          <a:pt x="35192" y="3648981"/>
                          <a:pt x="0" y="3393486"/>
                        </a:cubicBezTo>
                        <a:cubicBezTo>
                          <a:pt x="-35192" y="3137991"/>
                          <a:pt x="33394" y="3043799"/>
                          <a:pt x="0" y="2749894"/>
                        </a:cubicBezTo>
                        <a:cubicBezTo>
                          <a:pt x="-33394" y="2455989"/>
                          <a:pt x="74061" y="2397224"/>
                          <a:pt x="0" y="2106302"/>
                        </a:cubicBezTo>
                        <a:cubicBezTo>
                          <a:pt x="-74061" y="1815380"/>
                          <a:pt x="61623" y="1626672"/>
                          <a:pt x="0" y="1462710"/>
                        </a:cubicBezTo>
                        <a:cubicBezTo>
                          <a:pt x="-61623" y="1298748"/>
                          <a:pt x="8561" y="1145488"/>
                          <a:pt x="0" y="994642"/>
                        </a:cubicBezTo>
                        <a:cubicBezTo>
                          <a:pt x="-8561" y="843796"/>
                          <a:pt x="79509" y="25923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31418206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E38676A9-791B-4BB8-8F7A-AA54D281E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3469" y="534357"/>
            <a:ext cx="11205059" cy="5789280"/>
          </a:xfrm>
          <a:prstGeom prst="rect">
            <a:avLst/>
          </a:prstGeom>
          <a:ln w="76200" cmpd="thinThick">
            <a:solidFill>
              <a:schemeClr val="tx1">
                <a:lumMod val="50000"/>
                <a:lumOff val="5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327518"/>
                      <a:gd name="connsiteY0" fmla="*/ 0 h 5850838"/>
                      <a:gd name="connsiteX1" fmla="*/ 596185 w 11327518"/>
                      <a:gd name="connsiteY1" fmla="*/ 0 h 5850838"/>
                      <a:gd name="connsiteX2" fmla="*/ 852545 w 11327518"/>
                      <a:gd name="connsiteY2" fmla="*/ 0 h 5850838"/>
                      <a:gd name="connsiteX3" fmla="*/ 1562005 w 11327518"/>
                      <a:gd name="connsiteY3" fmla="*/ 0 h 5850838"/>
                      <a:gd name="connsiteX4" fmla="*/ 1818365 w 11327518"/>
                      <a:gd name="connsiteY4" fmla="*/ 0 h 5850838"/>
                      <a:gd name="connsiteX5" fmla="*/ 2414550 w 11327518"/>
                      <a:gd name="connsiteY5" fmla="*/ 0 h 5850838"/>
                      <a:gd name="connsiteX6" fmla="*/ 3237285 w 11327518"/>
                      <a:gd name="connsiteY6" fmla="*/ 0 h 5850838"/>
                      <a:gd name="connsiteX7" fmla="*/ 4060021 w 11327518"/>
                      <a:gd name="connsiteY7" fmla="*/ 0 h 5850838"/>
                      <a:gd name="connsiteX8" fmla="*/ 4769481 w 11327518"/>
                      <a:gd name="connsiteY8" fmla="*/ 0 h 5850838"/>
                      <a:gd name="connsiteX9" fmla="*/ 5252391 w 11327518"/>
                      <a:gd name="connsiteY9" fmla="*/ 0 h 5850838"/>
                      <a:gd name="connsiteX10" fmla="*/ 5508751 w 11327518"/>
                      <a:gd name="connsiteY10" fmla="*/ 0 h 5850838"/>
                      <a:gd name="connsiteX11" fmla="*/ 5991661 w 11327518"/>
                      <a:gd name="connsiteY11" fmla="*/ 0 h 5850838"/>
                      <a:gd name="connsiteX12" fmla="*/ 6701121 w 11327518"/>
                      <a:gd name="connsiteY12" fmla="*/ 0 h 5850838"/>
                      <a:gd name="connsiteX13" fmla="*/ 7523857 w 11327518"/>
                      <a:gd name="connsiteY13" fmla="*/ 0 h 5850838"/>
                      <a:gd name="connsiteX14" fmla="*/ 7780216 w 11327518"/>
                      <a:gd name="connsiteY14" fmla="*/ 0 h 5850838"/>
                      <a:gd name="connsiteX15" fmla="*/ 8036576 w 11327518"/>
                      <a:gd name="connsiteY15" fmla="*/ 0 h 5850838"/>
                      <a:gd name="connsiteX16" fmla="*/ 8859311 w 11327518"/>
                      <a:gd name="connsiteY16" fmla="*/ 0 h 5850838"/>
                      <a:gd name="connsiteX17" fmla="*/ 9115671 w 11327518"/>
                      <a:gd name="connsiteY17" fmla="*/ 0 h 5850838"/>
                      <a:gd name="connsiteX18" fmla="*/ 9711856 w 11327518"/>
                      <a:gd name="connsiteY18" fmla="*/ 0 h 5850838"/>
                      <a:gd name="connsiteX19" fmla="*/ 10081491 w 11327518"/>
                      <a:gd name="connsiteY19" fmla="*/ 0 h 5850838"/>
                      <a:gd name="connsiteX20" fmla="*/ 10451126 w 11327518"/>
                      <a:gd name="connsiteY20" fmla="*/ 0 h 5850838"/>
                      <a:gd name="connsiteX21" fmla="*/ 11327518 w 11327518"/>
                      <a:gd name="connsiteY21" fmla="*/ 0 h 5850838"/>
                      <a:gd name="connsiteX22" fmla="*/ 11327518 w 11327518"/>
                      <a:gd name="connsiteY22" fmla="*/ 468067 h 5850838"/>
                      <a:gd name="connsiteX23" fmla="*/ 11327518 w 11327518"/>
                      <a:gd name="connsiteY23" fmla="*/ 877626 h 5850838"/>
                      <a:gd name="connsiteX24" fmla="*/ 11327518 w 11327518"/>
                      <a:gd name="connsiteY24" fmla="*/ 1462710 h 5850838"/>
                      <a:gd name="connsiteX25" fmla="*/ 11327518 w 11327518"/>
                      <a:gd name="connsiteY25" fmla="*/ 1989285 h 5850838"/>
                      <a:gd name="connsiteX26" fmla="*/ 11327518 w 11327518"/>
                      <a:gd name="connsiteY26" fmla="*/ 2515860 h 5850838"/>
                      <a:gd name="connsiteX27" fmla="*/ 11327518 w 11327518"/>
                      <a:gd name="connsiteY27" fmla="*/ 3042436 h 5850838"/>
                      <a:gd name="connsiteX28" fmla="*/ 11327518 w 11327518"/>
                      <a:gd name="connsiteY28" fmla="*/ 3451994 h 5850838"/>
                      <a:gd name="connsiteX29" fmla="*/ 11327518 w 11327518"/>
                      <a:gd name="connsiteY29" fmla="*/ 4154095 h 5850838"/>
                      <a:gd name="connsiteX30" fmla="*/ 11327518 w 11327518"/>
                      <a:gd name="connsiteY30" fmla="*/ 4856196 h 5850838"/>
                      <a:gd name="connsiteX31" fmla="*/ 11327518 w 11327518"/>
                      <a:gd name="connsiteY31" fmla="*/ 5265754 h 5850838"/>
                      <a:gd name="connsiteX32" fmla="*/ 11327518 w 11327518"/>
                      <a:gd name="connsiteY32" fmla="*/ 5850838 h 5850838"/>
                      <a:gd name="connsiteX33" fmla="*/ 10731333 w 11327518"/>
                      <a:gd name="connsiteY33" fmla="*/ 5850838 h 5850838"/>
                      <a:gd name="connsiteX34" fmla="*/ 10361698 w 11327518"/>
                      <a:gd name="connsiteY34" fmla="*/ 5850838 h 5850838"/>
                      <a:gd name="connsiteX35" fmla="*/ 9878788 w 11327518"/>
                      <a:gd name="connsiteY35" fmla="*/ 5850838 h 5850838"/>
                      <a:gd name="connsiteX36" fmla="*/ 9282603 w 11327518"/>
                      <a:gd name="connsiteY36" fmla="*/ 5850838 h 5850838"/>
                      <a:gd name="connsiteX37" fmla="*/ 8686418 w 11327518"/>
                      <a:gd name="connsiteY37" fmla="*/ 5850838 h 5850838"/>
                      <a:gd name="connsiteX38" fmla="*/ 7976957 w 11327518"/>
                      <a:gd name="connsiteY38" fmla="*/ 5850838 h 5850838"/>
                      <a:gd name="connsiteX39" fmla="*/ 7607323 w 11327518"/>
                      <a:gd name="connsiteY39" fmla="*/ 5850838 h 5850838"/>
                      <a:gd name="connsiteX40" fmla="*/ 7237688 w 11327518"/>
                      <a:gd name="connsiteY40" fmla="*/ 5850838 h 5850838"/>
                      <a:gd name="connsiteX41" fmla="*/ 6414952 w 11327518"/>
                      <a:gd name="connsiteY41" fmla="*/ 5850838 h 5850838"/>
                      <a:gd name="connsiteX42" fmla="*/ 5592217 w 11327518"/>
                      <a:gd name="connsiteY42" fmla="*/ 5850838 h 5850838"/>
                      <a:gd name="connsiteX43" fmla="*/ 4996032 w 11327518"/>
                      <a:gd name="connsiteY43" fmla="*/ 5850838 h 5850838"/>
                      <a:gd name="connsiteX44" fmla="*/ 4739672 w 11327518"/>
                      <a:gd name="connsiteY44" fmla="*/ 5850838 h 5850838"/>
                      <a:gd name="connsiteX45" fmla="*/ 4483312 w 11327518"/>
                      <a:gd name="connsiteY45" fmla="*/ 5850838 h 5850838"/>
                      <a:gd name="connsiteX46" fmla="*/ 3660577 w 11327518"/>
                      <a:gd name="connsiteY46" fmla="*/ 5850838 h 5850838"/>
                      <a:gd name="connsiteX47" fmla="*/ 3177667 w 11327518"/>
                      <a:gd name="connsiteY47" fmla="*/ 5850838 h 5850838"/>
                      <a:gd name="connsiteX48" fmla="*/ 2354931 w 11327518"/>
                      <a:gd name="connsiteY48" fmla="*/ 5850838 h 5850838"/>
                      <a:gd name="connsiteX49" fmla="*/ 1758746 w 11327518"/>
                      <a:gd name="connsiteY49" fmla="*/ 5850838 h 5850838"/>
                      <a:gd name="connsiteX50" fmla="*/ 1502387 w 11327518"/>
                      <a:gd name="connsiteY50" fmla="*/ 5850838 h 5850838"/>
                      <a:gd name="connsiteX51" fmla="*/ 1132752 w 11327518"/>
                      <a:gd name="connsiteY51" fmla="*/ 5850838 h 5850838"/>
                      <a:gd name="connsiteX52" fmla="*/ 649842 w 11327518"/>
                      <a:gd name="connsiteY52" fmla="*/ 5850838 h 5850838"/>
                      <a:gd name="connsiteX53" fmla="*/ 0 w 11327518"/>
                      <a:gd name="connsiteY53" fmla="*/ 5850838 h 5850838"/>
                      <a:gd name="connsiteX54" fmla="*/ 0 w 11327518"/>
                      <a:gd name="connsiteY54" fmla="*/ 5207246 h 5850838"/>
                      <a:gd name="connsiteX55" fmla="*/ 0 w 11327518"/>
                      <a:gd name="connsiteY55" fmla="*/ 4680670 h 5850838"/>
                      <a:gd name="connsiteX56" fmla="*/ 0 w 11327518"/>
                      <a:gd name="connsiteY56" fmla="*/ 4271112 h 5850838"/>
                      <a:gd name="connsiteX57" fmla="*/ 0 w 11327518"/>
                      <a:gd name="connsiteY57" fmla="*/ 3569011 h 5850838"/>
                      <a:gd name="connsiteX58" fmla="*/ 0 w 11327518"/>
                      <a:gd name="connsiteY58" fmla="*/ 3159453 h 5850838"/>
                      <a:gd name="connsiteX59" fmla="*/ 0 w 11327518"/>
                      <a:gd name="connsiteY59" fmla="*/ 2574369 h 5850838"/>
                      <a:gd name="connsiteX60" fmla="*/ 0 w 11327518"/>
                      <a:gd name="connsiteY60" fmla="*/ 1872268 h 5850838"/>
                      <a:gd name="connsiteX61" fmla="*/ 0 w 11327518"/>
                      <a:gd name="connsiteY61" fmla="*/ 1170168 h 5850838"/>
                      <a:gd name="connsiteX62" fmla="*/ 0 w 11327518"/>
                      <a:gd name="connsiteY62" fmla="*/ 526575 h 5850838"/>
                      <a:gd name="connsiteX63" fmla="*/ 0 w 11327518"/>
                      <a:gd name="connsiteY63" fmla="*/ 0 h 58508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</a:cxnLst>
                    <a:rect l="l" t="t" r="r" b="b"/>
                    <a:pathLst>
                      <a:path w="11327518" h="5850838" fill="none" extrusionOk="0">
                        <a:moveTo>
                          <a:pt x="0" y="0"/>
                        </a:moveTo>
                        <a:cubicBezTo>
                          <a:pt x="199623" y="-38443"/>
                          <a:pt x="325669" y="57039"/>
                          <a:pt x="596185" y="0"/>
                        </a:cubicBezTo>
                        <a:cubicBezTo>
                          <a:pt x="866701" y="-57039"/>
                          <a:pt x="787814" y="30420"/>
                          <a:pt x="852545" y="0"/>
                        </a:cubicBezTo>
                        <a:cubicBezTo>
                          <a:pt x="917276" y="-30420"/>
                          <a:pt x="1407839" y="47840"/>
                          <a:pt x="1562005" y="0"/>
                        </a:cubicBezTo>
                        <a:cubicBezTo>
                          <a:pt x="1716171" y="-47840"/>
                          <a:pt x="1731284" y="20803"/>
                          <a:pt x="1818365" y="0"/>
                        </a:cubicBezTo>
                        <a:cubicBezTo>
                          <a:pt x="1905446" y="-20803"/>
                          <a:pt x="2249380" y="26975"/>
                          <a:pt x="2414550" y="0"/>
                        </a:cubicBezTo>
                        <a:cubicBezTo>
                          <a:pt x="2579720" y="-26975"/>
                          <a:pt x="2915166" y="64698"/>
                          <a:pt x="3237285" y="0"/>
                        </a:cubicBezTo>
                        <a:cubicBezTo>
                          <a:pt x="3559405" y="-64698"/>
                          <a:pt x="3882863" y="66094"/>
                          <a:pt x="4060021" y="0"/>
                        </a:cubicBezTo>
                        <a:cubicBezTo>
                          <a:pt x="4237179" y="-66094"/>
                          <a:pt x="4467026" y="6500"/>
                          <a:pt x="4769481" y="0"/>
                        </a:cubicBezTo>
                        <a:cubicBezTo>
                          <a:pt x="5071936" y="-6500"/>
                          <a:pt x="5093310" y="50141"/>
                          <a:pt x="5252391" y="0"/>
                        </a:cubicBezTo>
                        <a:cubicBezTo>
                          <a:pt x="5411472" y="-50141"/>
                          <a:pt x="5436744" y="20958"/>
                          <a:pt x="5508751" y="0"/>
                        </a:cubicBezTo>
                        <a:cubicBezTo>
                          <a:pt x="5580758" y="-20958"/>
                          <a:pt x="5871744" y="16120"/>
                          <a:pt x="5991661" y="0"/>
                        </a:cubicBezTo>
                        <a:cubicBezTo>
                          <a:pt x="6111578" y="-16120"/>
                          <a:pt x="6531829" y="10514"/>
                          <a:pt x="6701121" y="0"/>
                        </a:cubicBezTo>
                        <a:cubicBezTo>
                          <a:pt x="6870413" y="-10514"/>
                          <a:pt x="7297743" y="27207"/>
                          <a:pt x="7523857" y="0"/>
                        </a:cubicBezTo>
                        <a:cubicBezTo>
                          <a:pt x="7749971" y="-27207"/>
                          <a:pt x="7695579" y="24095"/>
                          <a:pt x="7780216" y="0"/>
                        </a:cubicBezTo>
                        <a:cubicBezTo>
                          <a:pt x="7864853" y="-24095"/>
                          <a:pt x="7908775" y="28511"/>
                          <a:pt x="8036576" y="0"/>
                        </a:cubicBezTo>
                        <a:cubicBezTo>
                          <a:pt x="8164377" y="-28511"/>
                          <a:pt x="8574440" y="58668"/>
                          <a:pt x="8859311" y="0"/>
                        </a:cubicBezTo>
                        <a:cubicBezTo>
                          <a:pt x="9144182" y="-58668"/>
                          <a:pt x="8995791" y="2810"/>
                          <a:pt x="9115671" y="0"/>
                        </a:cubicBezTo>
                        <a:cubicBezTo>
                          <a:pt x="9235551" y="-2810"/>
                          <a:pt x="9498764" y="57817"/>
                          <a:pt x="9711856" y="0"/>
                        </a:cubicBezTo>
                        <a:cubicBezTo>
                          <a:pt x="9924949" y="-57817"/>
                          <a:pt x="9902014" y="42847"/>
                          <a:pt x="10081491" y="0"/>
                        </a:cubicBezTo>
                        <a:cubicBezTo>
                          <a:pt x="10260968" y="-42847"/>
                          <a:pt x="10339792" y="22130"/>
                          <a:pt x="10451126" y="0"/>
                        </a:cubicBezTo>
                        <a:cubicBezTo>
                          <a:pt x="10562461" y="-22130"/>
                          <a:pt x="11121904" y="104730"/>
                          <a:pt x="11327518" y="0"/>
                        </a:cubicBezTo>
                        <a:cubicBezTo>
                          <a:pt x="11349373" y="158838"/>
                          <a:pt x="11271907" y="341595"/>
                          <a:pt x="11327518" y="468067"/>
                        </a:cubicBezTo>
                        <a:cubicBezTo>
                          <a:pt x="11383129" y="594539"/>
                          <a:pt x="11290595" y="699903"/>
                          <a:pt x="11327518" y="877626"/>
                        </a:cubicBezTo>
                        <a:cubicBezTo>
                          <a:pt x="11364441" y="1055349"/>
                          <a:pt x="11311139" y="1291464"/>
                          <a:pt x="11327518" y="1462710"/>
                        </a:cubicBezTo>
                        <a:cubicBezTo>
                          <a:pt x="11343897" y="1633956"/>
                          <a:pt x="11294761" y="1835313"/>
                          <a:pt x="11327518" y="1989285"/>
                        </a:cubicBezTo>
                        <a:cubicBezTo>
                          <a:pt x="11360275" y="2143258"/>
                          <a:pt x="11268549" y="2293901"/>
                          <a:pt x="11327518" y="2515860"/>
                        </a:cubicBezTo>
                        <a:cubicBezTo>
                          <a:pt x="11386487" y="2737820"/>
                          <a:pt x="11281097" y="2825914"/>
                          <a:pt x="11327518" y="3042436"/>
                        </a:cubicBezTo>
                        <a:cubicBezTo>
                          <a:pt x="11373939" y="3258958"/>
                          <a:pt x="11295965" y="3331182"/>
                          <a:pt x="11327518" y="3451994"/>
                        </a:cubicBezTo>
                        <a:cubicBezTo>
                          <a:pt x="11359071" y="3572806"/>
                          <a:pt x="11274012" y="3937258"/>
                          <a:pt x="11327518" y="4154095"/>
                        </a:cubicBezTo>
                        <a:cubicBezTo>
                          <a:pt x="11381024" y="4370932"/>
                          <a:pt x="11290036" y="4655051"/>
                          <a:pt x="11327518" y="4856196"/>
                        </a:cubicBezTo>
                        <a:cubicBezTo>
                          <a:pt x="11365000" y="5057341"/>
                          <a:pt x="11326694" y="5162254"/>
                          <a:pt x="11327518" y="5265754"/>
                        </a:cubicBezTo>
                        <a:cubicBezTo>
                          <a:pt x="11328342" y="5369254"/>
                          <a:pt x="11321784" y="5710376"/>
                          <a:pt x="11327518" y="5850838"/>
                        </a:cubicBezTo>
                        <a:cubicBezTo>
                          <a:pt x="11072871" y="5862066"/>
                          <a:pt x="10962964" y="5846984"/>
                          <a:pt x="10731333" y="5850838"/>
                        </a:cubicBezTo>
                        <a:cubicBezTo>
                          <a:pt x="10499702" y="5854692"/>
                          <a:pt x="10526837" y="5846583"/>
                          <a:pt x="10361698" y="5850838"/>
                        </a:cubicBezTo>
                        <a:cubicBezTo>
                          <a:pt x="10196559" y="5855093"/>
                          <a:pt x="10057834" y="5830159"/>
                          <a:pt x="9878788" y="5850838"/>
                        </a:cubicBezTo>
                        <a:cubicBezTo>
                          <a:pt x="9699742" y="5871517"/>
                          <a:pt x="9550020" y="5787227"/>
                          <a:pt x="9282603" y="5850838"/>
                        </a:cubicBezTo>
                        <a:cubicBezTo>
                          <a:pt x="9015187" y="5914449"/>
                          <a:pt x="8809030" y="5811108"/>
                          <a:pt x="8686418" y="5850838"/>
                        </a:cubicBezTo>
                        <a:cubicBezTo>
                          <a:pt x="8563807" y="5890568"/>
                          <a:pt x="8300289" y="5835449"/>
                          <a:pt x="7976957" y="5850838"/>
                        </a:cubicBezTo>
                        <a:cubicBezTo>
                          <a:pt x="7653625" y="5866227"/>
                          <a:pt x="7763164" y="5821858"/>
                          <a:pt x="7607323" y="5850838"/>
                        </a:cubicBezTo>
                        <a:cubicBezTo>
                          <a:pt x="7451482" y="5879818"/>
                          <a:pt x="7369641" y="5823798"/>
                          <a:pt x="7237688" y="5850838"/>
                        </a:cubicBezTo>
                        <a:cubicBezTo>
                          <a:pt x="7105735" y="5877878"/>
                          <a:pt x="6614599" y="5773841"/>
                          <a:pt x="6414952" y="5850838"/>
                        </a:cubicBezTo>
                        <a:cubicBezTo>
                          <a:pt x="6215305" y="5927835"/>
                          <a:pt x="5870983" y="5845212"/>
                          <a:pt x="5592217" y="5850838"/>
                        </a:cubicBezTo>
                        <a:cubicBezTo>
                          <a:pt x="5313451" y="5856464"/>
                          <a:pt x="5130990" y="5785107"/>
                          <a:pt x="4996032" y="5850838"/>
                        </a:cubicBezTo>
                        <a:cubicBezTo>
                          <a:pt x="4861074" y="5916569"/>
                          <a:pt x="4798691" y="5847178"/>
                          <a:pt x="4739672" y="5850838"/>
                        </a:cubicBezTo>
                        <a:cubicBezTo>
                          <a:pt x="4680653" y="5854498"/>
                          <a:pt x="4582011" y="5838269"/>
                          <a:pt x="4483312" y="5850838"/>
                        </a:cubicBezTo>
                        <a:cubicBezTo>
                          <a:pt x="4384613" y="5863407"/>
                          <a:pt x="3858308" y="5760206"/>
                          <a:pt x="3660577" y="5850838"/>
                        </a:cubicBezTo>
                        <a:cubicBezTo>
                          <a:pt x="3462847" y="5941470"/>
                          <a:pt x="3331316" y="5821704"/>
                          <a:pt x="3177667" y="5850838"/>
                        </a:cubicBezTo>
                        <a:cubicBezTo>
                          <a:pt x="3024018" y="5879972"/>
                          <a:pt x="2605027" y="5800646"/>
                          <a:pt x="2354931" y="5850838"/>
                        </a:cubicBezTo>
                        <a:cubicBezTo>
                          <a:pt x="2104835" y="5901030"/>
                          <a:pt x="1968527" y="5805912"/>
                          <a:pt x="1758746" y="5850838"/>
                        </a:cubicBezTo>
                        <a:cubicBezTo>
                          <a:pt x="1548965" y="5895764"/>
                          <a:pt x="1627155" y="5831445"/>
                          <a:pt x="1502387" y="5850838"/>
                        </a:cubicBezTo>
                        <a:cubicBezTo>
                          <a:pt x="1377619" y="5870231"/>
                          <a:pt x="1243411" y="5808250"/>
                          <a:pt x="1132752" y="5850838"/>
                        </a:cubicBezTo>
                        <a:cubicBezTo>
                          <a:pt x="1022093" y="5893426"/>
                          <a:pt x="841842" y="5813802"/>
                          <a:pt x="649842" y="5850838"/>
                        </a:cubicBezTo>
                        <a:cubicBezTo>
                          <a:pt x="457842" y="5887874"/>
                          <a:pt x="316547" y="5817400"/>
                          <a:pt x="0" y="5850838"/>
                        </a:cubicBezTo>
                        <a:cubicBezTo>
                          <a:pt x="-23010" y="5667982"/>
                          <a:pt x="26371" y="5376550"/>
                          <a:pt x="0" y="5207246"/>
                        </a:cubicBezTo>
                        <a:cubicBezTo>
                          <a:pt x="-26371" y="5037942"/>
                          <a:pt x="52499" y="4836475"/>
                          <a:pt x="0" y="4680670"/>
                        </a:cubicBezTo>
                        <a:cubicBezTo>
                          <a:pt x="-52499" y="4524865"/>
                          <a:pt x="38164" y="4424291"/>
                          <a:pt x="0" y="4271112"/>
                        </a:cubicBezTo>
                        <a:cubicBezTo>
                          <a:pt x="-38164" y="4117933"/>
                          <a:pt x="13038" y="3901346"/>
                          <a:pt x="0" y="3569011"/>
                        </a:cubicBezTo>
                        <a:cubicBezTo>
                          <a:pt x="-13038" y="3236676"/>
                          <a:pt x="26246" y="3283733"/>
                          <a:pt x="0" y="3159453"/>
                        </a:cubicBezTo>
                        <a:cubicBezTo>
                          <a:pt x="-26246" y="3035173"/>
                          <a:pt x="16811" y="2759597"/>
                          <a:pt x="0" y="2574369"/>
                        </a:cubicBezTo>
                        <a:cubicBezTo>
                          <a:pt x="-16811" y="2389141"/>
                          <a:pt x="25008" y="2066581"/>
                          <a:pt x="0" y="1872268"/>
                        </a:cubicBezTo>
                        <a:cubicBezTo>
                          <a:pt x="-25008" y="1677955"/>
                          <a:pt x="19918" y="1408387"/>
                          <a:pt x="0" y="1170168"/>
                        </a:cubicBezTo>
                        <a:cubicBezTo>
                          <a:pt x="-19918" y="931949"/>
                          <a:pt x="41231" y="841743"/>
                          <a:pt x="0" y="526575"/>
                        </a:cubicBezTo>
                        <a:cubicBezTo>
                          <a:pt x="-41231" y="211407"/>
                          <a:pt x="52995" y="160001"/>
                          <a:pt x="0" y="0"/>
                        </a:cubicBezTo>
                        <a:close/>
                      </a:path>
                      <a:path w="11327518" h="5850838" stroke="0" extrusionOk="0">
                        <a:moveTo>
                          <a:pt x="0" y="0"/>
                        </a:moveTo>
                        <a:cubicBezTo>
                          <a:pt x="190339" y="-52346"/>
                          <a:pt x="344887" y="51323"/>
                          <a:pt x="482910" y="0"/>
                        </a:cubicBezTo>
                        <a:cubicBezTo>
                          <a:pt x="620933" y="-51323"/>
                          <a:pt x="675871" y="19361"/>
                          <a:pt x="739270" y="0"/>
                        </a:cubicBezTo>
                        <a:cubicBezTo>
                          <a:pt x="802669" y="-19361"/>
                          <a:pt x="1325916" y="92536"/>
                          <a:pt x="1562005" y="0"/>
                        </a:cubicBezTo>
                        <a:cubicBezTo>
                          <a:pt x="1798094" y="-92536"/>
                          <a:pt x="1929995" y="27160"/>
                          <a:pt x="2044915" y="0"/>
                        </a:cubicBezTo>
                        <a:cubicBezTo>
                          <a:pt x="2159835" y="-27160"/>
                          <a:pt x="2302190" y="26229"/>
                          <a:pt x="2527825" y="0"/>
                        </a:cubicBezTo>
                        <a:cubicBezTo>
                          <a:pt x="2753460" y="-26229"/>
                          <a:pt x="3158478" y="63046"/>
                          <a:pt x="3350561" y="0"/>
                        </a:cubicBezTo>
                        <a:cubicBezTo>
                          <a:pt x="3542644" y="-63046"/>
                          <a:pt x="3595952" y="25830"/>
                          <a:pt x="3720195" y="0"/>
                        </a:cubicBezTo>
                        <a:cubicBezTo>
                          <a:pt x="3844438" y="-25830"/>
                          <a:pt x="4252403" y="57654"/>
                          <a:pt x="4542931" y="0"/>
                        </a:cubicBezTo>
                        <a:cubicBezTo>
                          <a:pt x="4833459" y="-57654"/>
                          <a:pt x="5188070" y="23753"/>
                          <a:pt x="5365666" y="0"/>
                        </a:cubicBezTo>
                        <a:cubicBezTo>
                          <a:pt x="5543262" y="-23753"/>
                          <a:pt x="5832864" y="57122"/>
                          <a:pt x="5961852" y="0"/>
                        </a:cubicBezTo>
                        <a:cubicBezTo>
                          <a:pt x="6090840" y="-57122"/>
                          <a:pt x="6563315" y="36277"/>
                          <a:pt x="6784587" y="0"/>
                        </a:cubicBezTo>
                        <a:cubicBezTo>
                          <a:pt x="7005859" y="-36277"/>
                          <a:pt x="7061557" y="9086"/>
                          <a:pt x="7267497" y="0"/>
                        </a:cubicBezTo>
                        <a:cubicBezTo>
                          <a:pt x="7473437" y="-9086"/>
                          <a:pt x="7618214" y="16848"/>
                          <a:pt x="7750407" y="0"/>
                        </a:cubicBezTo>
                        <a:cubicBezTo>
                          <a:pt x="7882600" y="-16848"/>
                          <a:pt x="8156801" y="57895"/>
                          <a:pt x="8459867" y="0"/>
                        </a:cubicBezTo>
                        <a:cubicBezTo>
                          <a:pt x="8762933" y="-57895"/>
                          <a:pt x="8800897" y="52657"/>
                          <a:pt x="8942777" y="0"/>
                        </a:cubicBezTo>
                        <a:cubicBezTo>
                          <a:pt x="9084657" y="-52657"/>
                          <a:pt x="9551186" y="15908"/>
                          <a:pt x="9765513" y="0"/>
                        </a:cubicBezTo>
                        <a:cubicBezTo>
                          <a:pt x="9979840" y="-15908"/>
                          <a:pt x="10213960" y="26999"/>
                          <a:pt x="10588248" y="0"/>
                        </a:cubicBezTo>
                        <a:cubicBezTo>
                          <a:pt x="10962536" y="-26999"/>
                          <a:pt x="10964858" y="21158"/>
                          <a:pt x="11327518" y="0"/>
                        </a:cubicBezTo>
                        <a:cubicBezTo>
                          <a:pt x="11329404" y="204381"/>
                          <a:pt x="11289217" y="381973"/>
                          <a:pt x="11327518" y="526575"/>
                        </a:cubicBezTo>
                        <a:cubicBezTo>
                          <a:pt x="11365819" y="671178"/>
                          <a:pt x="11303432" y="760079"/>
                          <a:pt x="11327518" y="936134"/>
                        </a:cubicBezTo>
                        <a:cubicBezTo>
                          <a:pt x="11351604" y="1112189"/>
                          <a:pt x="11297919" y="1245027"/>
                          <a:pt x="11327518" y="1404201"/>
                        </a:cubicBezTo>
                        <a:cubicBezTo>
                          <a:pt x="11357117" y="1563375"/>
                          <a:pt x="11301602" y="1789758"/>
                          <a:pt x="11327518" y="2047793"/>
                        </a:cubicBezTo>
                        <a:cubicBezTo>
                          <a:pt x="11353434" y="2305828"/>
                          <a:pt x="11265423" y="2366097"/>
                          <a:pt x="11327518" y="2574369"/>
                        </a:cubicBezTo>
                        <a:cubicBezTo>
                          <a:pt x="11389613" y="2782641"/>
                          <a:pt x="11298050" y="2885977"/>
                          <a:pt x="11327518" y="3042436"/>
                        </a:cubicBezTo>
                        <a:cubicBezTo>
                          <a:pt x="11356986" y="3198895"/>
                          <a:pt x="11263295" y="3536795"/>
                          <a:pt x="11327518" y="3686028"/>
                        </a:cubicBezTo>
                        <a:cubicBezTo>
                          <a:pt x="11391741" y="3835261"/>
                          <a:pt x="11265829" y="4108878"/>
                          <a:pt x="11327518" y="4271112"/>
                        </a:cubicBezTo>
                        <a:cubicBezTo>
                          <a:pt x="11389207" y="4433346"/>
                          <a:pt x="11286850" y="4673434"/>
                          <a:pt x="11327518" y="4856196"/>
                        </a:cubicBezTo>
                        <a:cubicBezTo>
                          <a:pt x="11368186" y="5038958"/>
                          <a:pt x="11295571" y="5472768"/>
                          <a:pt x="11327518" y="5850838"/>
                        </a:cubicBezTo>
                        <a:cubicBezTo>
                          <a:pt x="11111307" y="5854150"/>
                          <a:pt x="10831911" y="5818363"/>
                          <a:pt x="10618058" y="5850838"/>
                        </a:cubicBezTo>
                        <a:cubicBezTo>
                          <a:pt x="10404205" y="5883313"/>
                          <a:pt x="10429394" y="5845042"/>
                          <a:pt x="10248423" y="5850838"/>
                        </a:cubicBezTo>
                        <a:cubicBezTo>
                          <a:pt x="10067452" y="5856634"/>
                          <a:pt x="9754262" y="5801999"/>
                          <a:pt x="9538963" y="5850838"/>
                        </a:cubicBezTo>
                        <a:cubicBezTo>
                          <a:pt x="9323664" y="5899677"/>
                          <a:pt x="9361173" y="5826118"/>
                          <a:pt x="9282603" y="5850838"/>
                        </a:cubicBezTo>
                        <a:cubicBezTo>
                          <a:pt x="9204033" y="5875558"/>
                          <a:pt x="8854828" y="5769311"/>
                          <a:pt x="8573143" y="5850838"/>
                        </a:cubicBezTo>
                        <a:cubicBezTo>
                          <a:pt x="8291458" y="5932365"/>
                          <a:pt x="8290328" y="5811605"/>
                          <a:pt x="8203508" y="5850838"/>
                        </a:cubicBezTo>
                        <a:cubicBezTo>
                          <a:pt x="8116688" y="5890071"/>
                          <a:pt x="8057882" y="5831319"/>
                          <a:pt x="7947148" y="5850838"/>
                        </a:cubicBezTo>
                        <a:cubicBezTo>
                          <a:pt x="7836414" y="5870357"/>
                          <a:pt x="7730897" y="5812334"/>
                          <a:pt x="7577513" y="5850838"/>
                        </a:cubicBezTo>
                        <a:cubicBezTo>
                          <a:pt x="7424129" y="5889342"/>
                          <a:pt x="7192735" y="5821747"/>
                          <a:pt x="6868053" y="5850838"/>
                        </a:cubicBezTo>
                        <a:cubicBezTo>
                          <a:pt x="6543371" y="5879929"/>
                          <a:pt x="6663453" y="5837340"/>
                          <a:pt x="6498418" y="5850838"/>
                        </a:cubicBezTo>
                        <a:cubicBezTo>
                          <a:pt x="6333383" y="5864336"/>
                          <a:pt x="6333602" y="5842292"/>
                          <a:pt x="6242059" y="5850838"/>
                        </a:cubicBezTo>
                        <a:cubicBezTo>
                          <a:pt x="6150516" y="5859384"/>
                          <a:pt x="6020687" y="5825363"/>
                          <a:pt x="5872424" y="5850838"/>
                        </a:cubicBezTo>
                        <a:cubicBezTo>
                          <a:pt x="5724161" y="5876313"/>
                          <a:pt x="5575375" y="5837302"/>
                          <a:pt x="5389514" y="5850838"/>
                        </a:cubicBezTo>
                        <a:cubicBezTo>
                          <a:pt x="5203653" y="5864374"/>
                          <a:pt x="4926543" y="5825923"/>
                          <a:pt x="4793329" y="5850838"/>
                        </a:cubicBezTo>
                        <a:cubicBezTo>
                          <a:pt x="4660116" y="5875753"/>
                          <a:pt x="4540325" y="5848753"/>
                          <a:pt x="4423694" y="5850838"/>
                        </a:cubicBezTo>
                        <a:cubicBezTo>
                          <a:pt x="4307063" y="5852923"/>
                          <a:pt x="3918926" y="5782362"/>
                          <a:pt x="3600958" y="5850838"/>
                        </a:cubicBezTo>
                        <a:cubicBezTo>
                          <a:pt x="3282990" y="5919314"/>
                          <a:pt x="3205131" y="5781166"/>
                          <a:pt x="3004773" y="5850838"/>
                        </a:cubicBezTo>
                        <a:cubicBezTo>
                          <a:pt x="2804415" y="5920510"/>
                          <a:pt x="2430364" y="5791142"/>
                          <a:pt x="2182038" y="5850838"/>
                        </a:cubicBezTo>
                        <a:cubicBezTo>
                          <a:pt x="1933712" y="5910534"/>
                          <a:pt x="1721636" y="5784395"/>
                          <a:pt x="1472577" y="5850838"/>
                        </a:cubicBezTo>
                        <a:cubicBezTo>
                          <a:pt x="1223518" y="5917281"/>
                          <a:pt x="1109801" y="5807946"/>
                          <a:pt x="989667" y="5850838"/>
                        </a:cubicBezTo>
                        <a:cubicBezTo>
                          <a:pt x="869533" y="5893730"/>
                          <a:pt x="205328" y="5801417"/>
                          <a:pt x="0" y="5850838"/>
                        </a:cubicBezTo>
                        <a:cubicBezTo>
                          <a:pt x="-47768" y="5640259"/>
                          <a:pt x="9501" y="5481500"/>
                          <a:pt x="0" y="5382771"/>
                        </a:cubicBezTo>
                        <a:cubicBezTo>
                          <a:pt x="-9501" y="5284042"/>
                          <a:pt x="61414" y="5039869"/>
                          <a:pt x="0" y="4797687"/>
                        </a:cubicBezTo>
                        <a:cubicBezTo>
                          <a:pt x="-61414" y="4555505"/>
                          <a:pt x="17056" y="4422475"/>
                          <a:pt x="0" y="4095587"/>
                        </a:cubicBezTo>
                        <a:cubicBezTo>
                          <a:pt x="-17056" y="3768699"/>
                          <a:pt x="35192" y="3648981"/>
                          <a:pt x="0" y="3393486"/>
                        </a:cubicBezTo>
                        <a:cubicBezTo>
                          <a:pt x="-35192" y="3137991"/>
                          <a:pt x="33394" y="3043799"/>
                          <a:pt x="0" y="2749894"/>
                        </a:cubicBezTo>
                        <a:cubicBezTo>
                          <a:pt x="-33394" y="2455989"/>
                          <a:pt x="74061" y="2397224"/>
                          <a:pt x="0" y="2106302"/>
                        </a:cubicBezTo>
                        <a:cubicBezTo>
                          <a:pt x="-74061" y="1815380"/>
                          <a:pt x="61623" y="1626672"/>
                          <a:pt x="0" y="1462710"/>
                        </a:cubicBezTo>
                        <a:cubicBezTo>
                          <a:pt x="-61623" y="1298748"/>
                          <a:pt x="8561" y="1145488"/>
                          <a:pt x="0" y="994642"/>
                        </a:cubicBezTo>
                        <a:cubicBezTo>
                          <a:pt x="-8561" y="843796"/>
                          <a:pt x="79509" y="25923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4112649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E38676A9-791B-4BB8-8F7A-AA54D281E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3470" y="534357"/>
            <a:ext cx="11205057" cy="5789280"/>
          </a:xfrm>
          <a:prstGeom prst="rect">
            <a:avLst/>
          </a:prstGeom>
          <a:ln w="76200" cmpd="thinThick">
            <a:solidFill>
              <a:schemeClr val="tx1">
                <a:lumMod val="50000"/>
                <a:lumOff val="5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327518"/>
                      <a:gd name="connsiteY0" fmla="*/ 0 h 5850838"/>
                      <a:gd name="connsiteX1" fmla="*/ 596185 w 11327518"/>
                      <a:gd name="connsiteY1" fmla="*/ 0 h 5850838"/>
                      <a:gd name="connsiteX2" fmla="*/ 852545 w 11327518"/>
                      <a:gd name="connsiteY2" fmla="*/ 0 h 5850838"/>
                      <a:gd name="connsiteX3" fmla="*/ 1562005 w 11327518"/>
                      <a:gd name="connsiteY3" fmla="*/ 0 h 5850838"/>
                      <a:gd name="connsiteX4" fmla="*/ 1818365 w 11327518"/>
                      <a:gd name="connsiteY4" fmla="*/ 0 h 5850838"/>
                      <a:gd name="connsiteX5" fmla="*/ 2414550 w 11327518"/>
                      <a:gd name="connsiteY5" fmla="*/ 0 h 5850838"/>
                      <a:gd name="connsiteX6" fmla="*/ 3237285 w 11327518"/>
                      <a:gd name="connsiteY6" fmla="*/ 0 h 5850838"/>
                      <a:gd name="connsiteX7" fmla="*/ 4060021 w 11327518"/>
                      <a:gd name="connsiteY7" fmla="*/ 0 h 5850838"/>
                      <a:gd name="connsiteX8" fmla="*/ 4769481 w 11327518"/>
                      <a:gd name="connsiteY8" fmla="*/ 0 h 5850838"/>
                      <a:gd name="connsiteX9" fmla="*/ 5252391 w 11327518"/>
                      <a:gd name="connsiteY9" fmla="*/ 0 h 5850838"/>
                      <a:gd name="connsiteX10" fmla="*/ 5508751 w 11327518"/>
                      <a:gd name="connsiteY10" fmla="*/ 0 h 5850838"/>
                      <a:gd name="connsiteX11" fmla="*/ 5991661 w 11327518"/>
                      <a:gd name="connsiteY11" fmla="*/ 0 h 5850838"/>
                      <a:gd name="connsiteX12" fmla="*/ 6701121 w 11327518"/>
                      <a:gd name="connsiteY12" fmla="*/ 0 h 5850838"/>
                      <a:gd name="connsiteX13" fmla="*/ 7523857 w 11327518"/>
                      <a:gd name="connsiteY13" fmla="*/ 0 h 5850838"/>
                      <a:gd name="connsiteX14" fmla="*/ 7780216 w 11327518"/>
                      <a:gd name="connsiteY14" fmla="*/ 0 h 5850838"/>
                      <a:gd name="connsiteX15" fmla="*/ 8036576 w 11327518"/>
                      <a:gd name="connsiteY15" fmla="*/ 0 h 5850838"/>
                      <a:gd name="connsiteX16" fmla="*/ 8859311 w 11327518"/>
                      <a:gd name="connsiteY16" fmla="*/ 0 h 5850838"/>
                      <a:gd name="connsiteX17" fmla="*/ 9115671 w 11327518"/>
                      <a:gd name="connsiteY17" fmla="*/ 0 h 5850838"/>
                      <a:gd name="connsiteX18" fmla="*/ 9711856 w 11327518"/>
                      <a:gd name="connsiteY18" fmla="*/ 0 h 5850838"/>
                      <a:gd name="connsiteX19" fmla="*/ 10081491 w 11327518"/>
                      <a:gd name="connsiteY19" fmla="*/ 0 h 5850838"/>
                      <a:gd name="connsiteX20" fmla="*/ 10451126 w 11327518"/>
                      <a:gd name="connsiteY20" fmla="*/ 0 h 5850838"/>
                      <a:gd name="connsiteX21" fmla="*/ 11327518 w 11327518"/>
                      <a:gd name="connsiteY21" fmla="*/ 0 h 5850838"/>
                      <a:gd name="connsiteX22" fmla="*/ 11327518 w 11327518"/>
                      <a:gd name="connsiteY22" fmla="*/ 468067 h 5850838"/>
                      <a:gd name="connsiteX23" fmla="*/ 11327518 w 11327518"/>
                      <a:gd name="connsiteY23" fmla="*/ 877626 h 5850838"/>
                      <a:gd name="connsiteX24" fmla="*/ 11327518 w 11327518"/>
                      <a:gd name="connsiteY24" fmla="*/ 1462710 h 5850838"/>
                      <a:gd name="connsiteX25" fmla="*/ 11327518 w 11327518"/>
                      <a:gd name="connsiteY25" fmla="*/ 1989285 h 5850838"/>
                      <a:gd name="connsiteX26" fmla="*/ 11327518 w 11327518"/>
                      <a:gd name="connsiteY26" fmla="*/ 2515860 h 5850838"/>
                      <a:gd name="connsiteX27" fmla="*/ 11327518 w 11327518"/>
                      <a:gd name="connsiteY27" fmla="*/ 3042436 h 5850838"/>
                      <a:gd name="connsiteX28" fmla="*/ 11327518 w 11327518"/>
                      <a:gd name="connsiteY28" fmla="*/ 3451994 h 5850838"/>
                      <a:gd name="connsiteX29" fmla="*/ 11327518 w 11327518"/>
                      <a:gd name="connsiteY29" fmla="*/ 4154095 h 5850838"/>
                      <a:gd name="connsiteX30" fmla="*/ 11327518 w 11327518"/>
                      <a:gd name="connsiteY30" fmla="*/ 4856196 h 5850838"/>
                      <a:gd name="connsiteX31" fmla="*/ 11327518 w 11327518"/>
                      <a:gd name="connsiteY31" fmla="*/ 5265754 h 5850838"/>
                      <a:gd name="connsiteX32" fmla="*/ 11327518 w 11327518"/>
                      <a:gd name="connsiteY32" fmla="*/ 5850838 h 5850838"/>
                      <a:gd name="connsiteX33" fmla="*/ 10731333 w 11327518"/>
                      <a:gd name="connsiteY33" fmla="*/ 5850838 h 5850838"/>
                      <a:gd name="connsiteX34" fmla="*/ 10361698 w 11327518"/>
                      <a:gd name="connsiteY34" fmla="*/ 5850838 h 5850838"/>
                      <a:gd name="connsiteX35" fmla="*/ 9878788 w 11327518"/>
                      <a:gd name="connsiteY35" fmla="*/ 5850838 h 5850838"/>
                      <a:gd name="connsiteX36" fmla="*/ 9282603 w 11327518"/>
                      <a:gd name="connsiteY36" fmla="*/ 5850838 h 5850838"/>
                      <a:gd name="connsiteX37" fmla="*/ 8686418 w 11327518"/>
                      <a:gd name="connsiteY37" fmla="*/ 5850838 h 5850838"/>
                      <a:gd name="connsiteX38" fmla="*/ 7976957 w 11327518"/>
                      <a:gd name="connsiteY38" fmla="*/ 5850838 h 5850838"/>
                      <a:gd name="connsiteX39" fmla="*/ 7607323 w 11327518"/>
                      <a:gd name="connsiteY39" fmla="*/ 5850838 h 5850838"/>
                      <a:gd name="connsiteX40" fmla="*/ 7237688 w 11327518"/>
                      <a:gd name="connsiteY40" fmla="*/ 5850838 h 5850838"/>
                      <a:gd name="connsiteX41" fmla="*/ 6414952 w 11327518"/>
                      <a:gd name="connsiteY41" fmla="*/ 5850838 h 5850838"/>
                      <a:gd name="connsiteX42" fmla="*/ 5592217 w 11327518"/>
                      <a:gd name="connsiteY42" fmla="*/ 5850838 h 5850838"/>
                      <a:gd name="connsiteX43" fmla="*/ 4996032 w 11327518"/>
                      <a:gd name="connsiteY43" fmla="*/ 5850838 h 5850838"/>
                      <a:gd name="connsiteX44" fmla="*/ 4739672 w 11327518"/>
                      <a:gd name="connsiteY44" fmla="*/ 5850838 h 5850838"/>
                      <a:gd name="connsiteX45" fmla="*/ 4483312 w 11327518"/>
                      <a:gd name="connsiteY45" fmla="*/ 5850838 h 5850838"/>
                      <a:gd name="connsiteX46" fmla="*/ 3660577 w 11327518"/>
                      <a:gd name="connsiteY46" fmla="*/ 5850838 h 5850838"/>
                      <a:gd name="connsiteX47" fmla="*/ 3177667 w 11327518"/>
                      <a:gd name="connsiteY47" fmla="*/ 5850838 h 5850838"/>
                      <a:gd name="connsiteX48" fmla="*/ 2354931 w 11327518"/>
                      <a:gd name="connsiteY48" fmla="*/ 5850838 h 5850838"/>
                      <a:gd name="connsiteX49" fmla="*/ 1758746 w 11327518"/>
                      <a:gd name="connsiteY49" fmla="*/ 5850838 h 5850838"/>
                      <a:gd name="connsiteX50" fmla="*/ 1502387 w 11327518"/>
                      <a:gd name="connsiteY50" fmla="*/ 5850838 h 5850838"/>
                      <a:gd name="connsiteX51" fmla="*/ 1132752 w 11327518"/>
                      <a:gd name="connsiteY51" fmla="*/ 5850838 h 5850838"/>
                      <a:gd name="connsiteX52" fmla="*/ 649842 w 11327518"/>
                      <a:gd name="connsiteY52" fmla="*/ 5850838 h 5850838"/>
                      <a:gd name="connsiteX53" fmla="*/ 0 w 11327518"/>
                      <a:gd name="connsiteY53" fmla="*/ 5850838 h 5850838"/>
                      <a:gd name="connsiteX54" fmla="*/ 0 w 11327518"/>
                      <a:gd name="connsiteY54" fmla="*/ 5207246 h 5850838"/>
                      <a:gd name="connsiteX55" fmla="*/ 0 w 11327518"/>
                      <a:gd name="connsiteY55" fmla="*/ 4680670 h 5850838"/>
                      <a:gd name="connsiteX56" fmla="*/ 0 w 11327518"/>
                      <a:gd name="connsiteY56" fmla="*/ 4271112 h 5850838"/>
                      <a:gd name="connsiteX57" fmla="*/ 0 w 11327518"/>
                      <a:gd name="connsiteY57" fmla="*/ 3569011 h 5850838"/>
                      <a:gd name="connsiteX58" fmla="*/ 0 w 11327518"/>
                      <a:gd name="connsiteY58" fmla="*/ 3159453 h 5850838"/>
                      <a:gd name="connsiteX59" fmla="*/ 0 w 11327518"/>
                      <a:gd name="connsiteY59" fmla="*/ 2574369 h 5850838"/>
                      <a:gd name="connsiteX60" fmla="*/ 0 w 11327518"/>
                      <a:gd name="connsiteY60" fmla="*/ 1872268 h 5850838"/>
                      <a:gd name="connsiteX61" fmla="*/ 0 w 11327518"/>
                      <a:gd name="connsiteY61" fmla="*/ 1170168 h 5850838"/>
                      <a:gd name="connsiteX62" fmla="*/ 0 w 11327518"/>
                      <a:gd name="connsiteY62" fmla="*/ 526575 h 5850838"/>
                      <a:gd name="connsiteX63" fmla="*/ 0 w 11327518"/>
                      <a:gd name="connsiteY63" fmla="*/ 0 h 58508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</a:cxnLst>
                    <a:rect l="l" t="t" r="r" b="b"/>
                    <a:pathLst>
                      <a:path w="11327518" h="5850838" fill="none" extrusionOk="0">
                        <a:moveTo>
                          <a:pt x="0" y="0"/>
                        </a:moveTo>
                        <a:cubicBezTo>
                          <a:pt x="199623" y="-38443"/>
                          <a:pt x="325669" y="57039"/>
                          <a:pt x="596185" y="0"/>
                        </a:cubicBezTo>
                        <a:cubicBezTo>
                          <a:pt x="866701" y="-57039"/>
                          <a:pt x="787814" y="30420"/>
                          <a:pt x="852545" y="0"/>
                        </a:cubicBezTo>
                        <a:cubicBezTo>
                          <a:pt x="917276" y="-30420"/>
                          <a:pt x="1407839" y="47840"/>
                          <a:pt x="1562005" y="0"/>
                        </a:cubicBezTo>
                        <a:cubicBezTo>
                          <a:pt x="1716171" y="-47840"/>
                          <a:pt x="1731284" y="20803"/>
                          <a:pt x="1818365" y="0"/>
                        </a:cubicBezTo>
                        <a:cubicBezTo>
                          <a:pt x="1905446" y="-20803"/>
                          <a:pt x="2249380" y="26975"/>
                          <a:pt x="2414550" y="0"/>
                        </a:cubicBezTo>
                        <a:cubicBezTo>
                          <a:pt x="2579720" y="-26975"/>
                          <a:pt x="2915166" y="64698"/>
                          <a:pt x="3237285" y="0"/>
                        </a:cubicBezTo>
                        <a:cubicBezTo>
                          <a:pt x="3559405" y="-64698"/>
                          <a:pt x="3882863" y="66094"/>
                          <a:pt x="4060021" y="0"/>
                        </a:cubicBezTo>
                        <a:cubicBezTo>
                          <a:pt x="4237179" y="-66094"/>
                          <a:pt x="4467026" y="6500"/>
                          <a:pt x="4769481" y="0"/>
                        </a:cubicBezTo>
                        <a:cubicBezTo>
                          <a:pt x="5071936" y="-6500"/>
                          <a:pt x="5093310" y="50141"/>
                          <a:pt x="5252391" y="0"/>
                        </a:cubicBezTo>
                        <a:cubicBezTo>
                          <a:pt x="5411472" y="-50141"/>
                          <a:pt x="5436744" y="20958"/>
                          <a:pt x="5508751" y="0"/>
                        </a:cubicBezTo>
                        <a:cubicBezTo>
                          <a:pt x="5580758" y="-20958"/>
                          <a:pt x="5871744" y="16120"/>
                          <a:pt x="5991661" y="0"/>
                        </a:cubicBezTo>
                        <a:cubicBezTo>
                          <a:pt x="6111578" y="-16120"/>
                          <a:pt x="6531829" y="10514"/>
                          <a:pt x="6701121" y="0"/>
                        </a:cubicBezTo>
                        <a:cubicBezTo>
                          <a:pt x="6870413" y="-10514"/>
                          <a:pt x="7297743" y="27207"/>
                          <a:pt x="7523857" y="0"/>
                        </a:cubicBezTo>
                        <a:cubicBezTo>
                          <a:pt x="7749971" y="-27207"/>
                          <a:pt x="7695579" y="24095"/>
                          <a:pt x="7780216" y="0"/>
                        </a:cubicBezTo>
                        <a:cubicBezTo>
                          <a:pt x="7864853" y="-24095"/>
                          <a:pt x="7908775" y="28511"/>
                          <a:pt x="8036576" y="0"/>
                        </a:cubicBezTo>
                        <a:cubicBezTo>
                          <a:pt x="8164377" y="-28511"/>
                          <a:pt x="8574440" y="58668"/>
                          <a:pt x="8859311" y="0"/>
                        </a:cubicBezTo>
                        <a:cubicBezTo>
                          <a:pt x="9144182" y="-58668"/>
                          <a:pt x="8995791" y="2810"/>
                          <a:pt x="9115671" y="0"/>
                        </a:cubicBezTo>
                        <a:cubicBezTo>
                          <a:pt x="9235551" y="-2810"/>
                          <a:pt x="9498764" y="57817"/>
                          <a:pt x="9711856" y="0"/>
                        </a:cubicBezTo>
                        <a:cubicBezTo>
                          <a:pt x="9924949" y="-57817"/>
                          <a:pt x="9902014" y="42847"/>
                          <a:pt x="10081491" y="0"/>
                        </a:cubicBezTo>
                        <a:cubicBezTo>
                          <a:pt x="10260968" y="-42847"/>
                          <a:pt x="10339792" y="22130"/>
                          <a:pt x="10451126" y="0"/>
                        </a:cubicBezTo>
                        <a:cubicBezTo>
                          <a:pt x="10562461" y="-22130"/>
                          <a:pt x="11121904" y="104730"/>
                          <a:pt x="11327518" y="0"/>
                        </a:cubicBezTo>
                        <a:cubicBezTo>
                          <a:pt x="11349373" y="158838"/>
                          <a:pt x="11271907" y="341595"/>
                          <a:pt x="11327518" y="468067"/>
                        </a:cubicBezTo>
                        <a:cubicBezTo>
                          <a:pt x="11383129" y="594539"/>
                          <a:pt x="11290595" y="699903"/>
                          <a:pt x="11327518" y="877626"/>
                        </a:cubicBezTo>
                        <a:cubicBezTo>
                          <a:pt x="11364441" y="1055349"/>
                          <a:pt x="11311139" y="1291464"/>
                          <a:pt x="11327518" y="1462710"/>
                        </a:cubicBezTo>
                        <a:cubicBezTo>
                          <a:pt x="11343897" y="1633956"/>
                          <a:pt x="11294761" y="1835313"/>
                          <a:pt x="11327518" y="1989285"/>
                        </a:cubicBezTo>
                        <a:cubicBezTo>
                          <a:pt x="11360275" y="2143258"/>
                          <a:pt x="11268549" y="2293901"/>
                          <a:pt x="11327518" y="2515860"/>
                        </a:cubicBezTo>
                        <a:cubicBezTo>
                          <a:pt x="11386487" y="2737820"/>
                          <a:pt x="11281097" y="2825914"/>
                          <a:pt x="11327518" y="3042436"/>
                        </a:cubicBezTo>
                        <a:cubicBezTo>
                          <a:pt x="11373939" y="3258958"/>
                          <a:pt x="11295965" y="3331182"/>
                          <a:pt x="11327518" y="3451994"/>
                        </a:cubicBezTo>
                        <a:cubicBezTo>
                          <a:pt x="11359071" y="3572806"/>
                          <a:pt x="11274012" y="3937258"/>
                          <a:pt x="11327518" y="4154095"/>
                        </a:cubicBezTo>
                        <a:cubicBezTo>
                          <a:pt x="11381024" y="4370932"/>
                          <a:pt x="11290036" y="4655051"/>
                          <a:pt x="11327518" y="4856196"/>
                        </a:cubicBezTo>
                        <a:cubicBezTo>
                          <a:pt x="11365000" y="5057341"/>
                          <a:pt x="11326694" y="5162254"/>
                          <a:pt x="11327518" y="5265754"/>
                        </a:cubicBezTo>
                        <a:cubicBezTo>
                          <a:pt x="11328342" y="5369254"/>
                          <a:pt x="11321784" y="5710376"/>
                          <a:pt x="11327518" y="5850838"/>
                        </a:cubicBezTo>
                        <a:cubicBezTo>
                          <a:pt x="11072871" y="5862066"/>
                          <a:pt x="10962964" y="5846984"/>
                          <a:pt x="10731333" y="5850838"/>
                        </a:cubicBezTo>
                        <a:cubicBezTo>
                          <a:pt x="10499702" y="5854692"/>
                          <a:pt x="10526837" y="5846583"/>
                          <a:pt x="10361698" y="5850838"/>
                        </a:cubicBezTo>
                        <a:cubicBezTo>
                          <a:pt x="10196559" y="5855093"/>
                          <a:pt x="10057834" y="5830159"/>
                          <a:pt x="9878788" y="5850838"/>
                        </a:cubicBezTo>
                        <a:cubicBezTo>
                          <a:pt x="9699742" y="5871517"/>
                          <a:pt x="9550020" y="5787227"/>
                          <a:pt x="9282603" y="5850838"/>
                        </a:cubicBezTo>
                        <a:cubicBezTo>
                          <a:pt x="9015187" y="5914449"/>
                          <a:pt x="8809030" y="5811108"/>
                          <a:pt x="8686418" y="5850838"/>
                        </a:cubicBezTo>
                        <a:cubicBezTo>
                          <a:pt x="8563807" y="5890568"/>
                          <a:pt x="8300289" y="5835449"/>
                          <a:pt x="7976957" y="5850838"/>
                        </a:cubicBezTo>
                        <a:cubicBezTo>
                          <a:pt x="7653625" y="5866227"/>
                          <a:pt x="7763164" y="5821858"/>
                          <a:pt x="7607323" y="5850838"/>
                        </a:cubicBezTo>
                        <a:cubicBezTo>
                          <a:pt x="7451482" y="5879818"/>
                          <a:pt x="7369641" y="5823798"/>
                          <a:pt x="7237688" y="5850838"/>
                        </a:cubicBezTo>
                        <a:cubicBezTo>
                          <a:pt x="7105735" y="5877878"/>
                          <a:pt x="6614599" y="5773841"/>
                          <a:pt x="6414952" y="5850838"/>
                        </a:cubicBezTo>
                        <a:cubicBezTo>
                          <a:pt x="6215305" y="5927835"/>
                          <a:pt x="5870983" y="5845212"/>
                          <a:pt x="5592217" y="5850838"/>
                        </a:cubicBezTo>
                        <a:cubicBezTo>
                          <a:pt x="5313451" y="5856464"/>
                          <a:pt x="5130990" y="5785107"/>
                          <a:pt x="4996032" y="5850838"/>
                        </a:cubicBezTo>
                        <a:cubicBezTo>
                          <a:pt x="4861074" y="5916569"/>
                          <a:pt x="4798691" y="5847178"/>
                          <a:pt x="4739672" y="5850838"/>
                        </a:cubicBezTo>
                        <a:cubicBezTo>
                          <a:pt x="4680653" y="5854498"/>
                          <a:pt x="4582011" y="5838269"/>
                          <a:pt x="4483312" y="5850838"/>
                        </a:cubicBezTo>
                        <a:cubicBezTo>
                          <a:pt x="4384613" y="5863407"/>
                          <a:pt x="3858308" y="5760206"/>
                          <a:pt x="3660577" y="5850838"/>
                        </a:cubicBezTo>
                        <a:cubicBezTo>
                          <a:pt x="3462847" y="5941470"/>
                          <a:pt x="3331316" y="5821704"/>
                          <a:pt x="3177667" y="5850838"/>
                        </a:cubicBezTo>
                        <a:cubicBezTo>
                          <a:pt x="3024018" y="5879972"/>
                          <a:pt x="2605027" y="5800646"/>
                          <a:pt x="2354931" y="5850838"/>
                        </a:cubicBezTo>
                        <a:cubicBezTo>
                          <a:pt x="2104835" y="5901030"/>
                          <a:pt x="1968527" y="5805912"/>
                          <a:pt x="1758746" y="5850838"/>
                        </a:cubicBezTo>
                        <a:cubicBezTo>
                          <a:pt x="1548965" y="5895764"/>
                          <a:pt x="1627155" y="5831445"/>
                          <a:pt x="1502387" y="5850838"/>
                        </a:cubicBezTo>
                        <a:cubicBezTo>
                          <a:pt x="1377619" y="5870231"/>
                          <a:pt x="1243411" y="5808250"/>
                          <a:pt x="1132752" y="5850838"/>
                        </a:cubicBezTo>
                        <a:cubicBezTo>
                          <a:pt x="1022093" y="5893426"/>
                          <a:pt x="841842" y="5813802"/>
                          <a:pt x="649842" y="5850838"/>
                        </a:cubicBezTo>
                        <a:cubicBezTo>
                          <a:pt x="457842" y="5887874"/>
                          <a:pt x="316547" y="5817400"/>
                          <a:pt x="0" y="5850838"/>
                        </a:cubicBezTo>
                        <a:cubicBezTo>
                          <a:pt x="-23010" y="5667982"/>
                          <a:pt x="26371" y="5376550"/>
                          <a:pt x="0" y="5207246"/>
                        </a:cubicBezTo>
                        <a:cubicBezTo>
                          <a:pt x="-26371" y="5037942"/>
                          <a:pt x="52499" y="4836475"/>
                          <a:pt x="0" y="4680670"/>
                        </a:cubicBezTo>
                        <a:cubicBezTo>
                          <a:pt x="-52499" y="4524865"/>
                          <a:pt x="38164" y="4424291"/>
                          <a:pt x="0" y="4271112"/>
                        </a:cubicBezTo>
                        <a:cubicBezTo>
                          <a:pt x="-38164" y="4117933"/>
                          <a:pt x="13038" y="3901346"/>
                          <a:pt x="0" y="3569011"/>
                        </a:cubicBezTo>
                        <a:cubicBezTo>
                          <a:pt x="-13038" y="3236676"/>
                          <a:pt x="26246" y="3283733"/>
                          <a:pt x="0" y="3159453"/>
                        </a:cubicBezTo>
                        <a:cubicBezTo>
                          <a:pt x="-26246" y="3035173"/>
                          <a:pt x="16811" y="2759597"/>
                          <a:pt x="0" y="2574369"/>
                        </a:cubicBezTo>
                        <a:cubicBezTo>
                          <a:pt x="-16811" y="2389141"/>
                          <a:pt x="25008" y="2066581"/>
                          <a:pt x="0" y="1872268"/>
                        </a:cubicBezTo>
                        <a:cubicBezTo>
                          <a:pt x="-25008" y="1677955"/>
                          <a:pt x="19918" y="1408387"/>
                          <a:pt x="0" y="1170168"/>
                        </a:cubicBezTo>
                        <a:cubicBezTo>
                          <a:pt x="-19918" y="931949"/>
                          <a:pt x="41231" y="841743"/>
                          <a:pt x="0" y="526575"/>
                        </a:cubicBezTo>
                        <a:cubicBezTo>
                          <a:pt x="-41231" y="211407"/>
                          <a:pt x="52995" y="160001"/>
                          <a:pt x="0" y="0"/>
                        </a:cubicBezTo>
                        <a:close/>
                      </a:path>
                      <a:path w="11327518" h="5850838" stroke="0" extrusionOk="0">
                        <a:moveTo>
                          <a:pt x="0" y="0"/>
                        </a:moveTo>
                        <a:cubicBezTo>
                          <a:pt x="190339" y="-52346"/>
                          <a:pt x="344887" y="51323"/>
                          <a:pt x="482910" y="0"/>
                        </a:cubicBezTo>
                        <a:cubicBezTo>
                          <a:pt x="620933" y="-51323"/>
                          <a:pt x="675871" y="19361"/>
                          <a:pt x="739270" y="0"/>
                        </a:cubicBezTo>
                        <a:cubicBezTo>
                          <a:pt x="802669" y="-19361"/>
                          <a:pt x="1325916" y="92536"/>
                          <a:pt x="1562005" y="0"/>
                        </a:cubicBezTo>
                        <a:cubicBezTo>
                          <a:pt x="1798094" y="-92536"/>
                          <a:pt x="1929995" y="27160"/>
                          <a:pt x="2044915" y="0"/>
                        </a:cubicBezTo>
                        <a:cubicBezTo>
                          <a:pt x="2159835" y="-27160"/>
                          <a:pt x="2302190" y="26229"/>
                          <a:pt x="2527825" y="0"/>
                        </a:cubicBezTo>
                        <a:cubicBezTo>
                          <a:pt x="2753460" y="-26229"/>
                          <a:pt x="3158478" y="63046"/>
                          <a:pt x="3350561" y="0"/>
                        </a:cubicBezTo>
                        <a:cubicBezTo>
                          <a:pt x="3542644" y="-63046"/>
                          <a:pt x="3595952" y="25830"/>
                          <a:pt x="3720195" y="0"/>
                        </a:cubicBezTo>
                        <a:cubicBezTo>
                          <a:pt x="3844438" y="-25830"/>
                          <a:pt x="4252403" y="57654"/>
                          <a:pt x="4542931" y="0"/>
                        </a:cubicBezTo>
                        <a:cubicBezTo>
                          <a:pt x="4833459" y="-57654"/>
                          <a:pt x="5188070" y="23753"/>
                          <a:pt x="5365666" y="0"/>
                        </a:cubicBezTo>
                        <a:cubicBezTo>
                          <a:pt x="5543262" y="-23753"/>
                          <a:pt x="5832864" y="57122"/>
                          <a:pt x="5961852" y="0"/>
                        </a:cubicBezTo>
                        <a:cubicBezTo>
                          <a:pt x="6090840" y="-57122"/>
                          <a:pt x="6563315" y="36277"/>
                          <a:pt x="6784587" y="0"/>
                        </a:cubicBezTo>
                        <a:cubicBezTo>
                          <a:pt x="7005859" y="-36277"/>
                          <a:pt x="7061557" y="9086"/>
                          <a:pt x="7267497" y="0"/>
                        </a:cubicBezTo>
                        <a:cubicBezTo>
                          <a:pt x="7473437" y="-9086"/>
                          <a:pt x="7618214" y="16848"/>
                          <a:pt x="7750407" y="0"/>
                        </a:cubicBezTo>
                        <a:cubicBezTo>
                          <a:pt x="7882600" y="-16848"/>
                          <a:pt x="8156801" y="57895"/>
                          <a:pt x="8459867" y="0"/>
                        </a:cubicBezTo>
                        <a:cubicBezTo>
                          <a:pt x="8762933" y="-57895"/>
                          <a:pt x="8800897" y="52657"/>
                          <a:pt x="8942777" y="0"/>
                        </a:cubicBezTo>
                        <a:cubicBezTo>
                          <a:pt x="9084657" y="-52657"/>
                          <a:pt x="9551186" y="15908"/>
                          <a:pt x="9765513" y="0"/>
                        </a:cubicBezTo>
                        <a:cubicBezTo>
                          <a:pt x="9979840" y="-15908"/>
                          <a:pt x="10213960" y="26999"/>
                          <a:pt x="10588248" y="0"/>
                        </a:cubicBezTo>
                        <a:cubicBezTo>
                          <a:pt x="10962536" y="-26999"/>
                          <a:pt x="10964858" y="21158"/>
                          <a:pt x="11327518" y="0"/>
                        </a:cubicBezTo>
                        <a:cubicBezTo>
                          <a:pt x="11329404" y="204381"/>
                          <a:pt x="11289217" y="381973"/>
                          <a:pt x="11327518" y="526575"/>
                        </a:cubicBezTo>
                        <a:cubicBezTo>
                          <a:pt x="11365819" y="671178"/>
                          <a:pt x="11303432" y="760079"/>
                          <a:pt x="11327518" y="936134"/>
                        </a:cubicBezTo>
                        <a:cubicBezTo>
                          <a:pt x="11351604" y="1112189"/>
                          <a:pt x="11297919" y="1245027"/>
                          <a:pt x="11327518" y="1404201"/>
                        </a:cubicBezTo>
                        <a:cubicBezTo>
                          <a:pt x="11357117" y="1563375"/>
                          <a:pt x="11301602" y="1789758"/>
                          <a:pt x="11327518" y="2047793"/>
                        </a:cubicBezTo>
                        <a:cubicBezTo>
                          <a:pt x="11353434" y="2305828"/>
                          <a:pt x="11265423" y="2366097"/>
                          <a:pt x="11327518" y="2574369"/>
                        </a:cubicBezTo>
                        <a:cubicBezTo>
                          <a:pt x="11389613" y="2782641"/>
                          <a:pt x="11298050" y="2885977"/>
                          <a:pt x="11327518" y="3042436"/>
                        </a:cubicBezTo>
                        <a:cubicBezTo>
                          <a:pt x="11356986" y="3198895"/>
                          <a:pt x="11263295" y="3536795"/>
                          <a:pt x="11327518" y="3686028"/>
                        </a:cubicBezTo>
                        <a:cubicBezTo>
                          <a:pt x="11391741" y="3835261"/>
                          <a:pt x="11265829" y="4108878"/>
                          <a:pt x="11327518" y="4271112"/>
                        </a:cubicBezTo>
                        <a:cubicBezTo>
                          <a:pt x="11389207" y="4433346"/>
                          <a:pt x="11286850" y="4673434"/>
                          <a:pt x="11327518" y="4856196"/>
                        </a:cubicBezTo>
                        <a:cubicBezTo>
                          <a:pt x="11368186" y="5038958"/>
                          <a:pt x="11295571" y="5472768"/>
                          <a:pt x="11327518" y="5850838"/>
                        </a:cubicBezTo>
                        <a:cubicBezTo>
                          <a:pt x="11111307" y="5854150"/>
                          <a:pt x="10831911" y="5818363"/>
                          <a:pt x="10618058" y="5850838"/>
                        </a:cubicBezTo>
                        <a:cubicBezTo>
                          <a:pt x="10404205" y="5883313"/>
                          <a:pt x="10429394" y="5845042"/>
                          <a:pt x="10248423" y="5850838"/>
                        </a:cubicBezTo>
                        <a:cubicBezTo>
                          <a:pt x="10067452" y="5856634"/>
                          <a:pt x="9754262" y="5801999"/>
                          <a:pt x="9538963" y="5850838"/>
                        </a:cubicBezTo>
                        <a:cubicBezTo>
                          <a:pt x="9323664" y="5899677"/>
                          <a:pt x="9361173" y="5826118"/>
                          <a:pt x="9282603" y="5850838"/>
                        </a:cubicBezTo>
                        <a:cubicBezTo>
                          <a:pt x="9204033" y="5875558"/>
                          <a:pt x="8854828" y="5769311"/>
                          <a:pt x="8573143" y="5850838"/>
                        </a:cubicBezTo>
                        <a:cubicBezTo>
                          <a:pt x="8291458" y="5932365"/>
                          <a:pt x="8290328" y="5811605"/>
                          <a:pt x="8203508" y="5850838"/>
                        </a:cubicBezTo>
                        <a:cubicBezTo>
                          <a:pt x="8116688" y="5890071"/>
                          <a:pt x="8057882" y="5831319"/>
                          <a:pt x="7947148" y="5850838"/>
                        </a:cubicBezTo>
                        <a:cubicBezTo>
                          <a:pt x="7836414" y="5870357"/>
                          <a:pt x="7730897" y="5812334"/>
                          <a:pt x="7577513" y="5850838"/>
                        </a:cubicBezTo>
                        <a:cubicBezTo>
                          <a:pt x="7424129" y="5889342"/>
                          <a:pt x="7192735" y="5821747"/>
                          <a:pt x="6868053" y="5850838"/>
                        </a:cubicBezTo>
                        <a:cubicBezTo>
                          <a:pt x="6543371" y="5879929"/>
                          <a:pt x="6663453" y="5837340"/>
                          <a:pt x="6498418" y="5850838"/>
                        </a:cubicBezTo>
                        <a:cubicBezTo>
                          <a:pt x="6333383" y="5864336"/>
                          <a:pt x="6333602" y="5842292"/>
                          <a:pt x="6242059" y="5850838"/>
                        </a:cubicBezTo>
                        <a:cubicBezTo>
                          <a:pt x="6150516" y="5859384"/>
                          <a:pt x="6020687" y="5825363"/>
                          <a:pt x="5872424" y="5850838"/>
                        </a:cubicBezTo>
                        <a:cubicBezTo>
                          <a:pt x="5724161" y="5876313"/>
                          <a:pt x="5575375" y="5837302"/>
                          <a:pt x="5389514" y="5850838"/>
                        </a:cubicBezTo>
                        <a:cubicBezTo>
                          <a:pt x="5203653" y="5864374"/>
                          <a:pt x="4926543" y="5825923"/>
                          <a:pt x="4793329" y="5850838"/>
                        </a:cubicBezTo>
                        <a:cubicBezTo>
                          <a:pt x="4660116" y="5875753"/>
                          <a:pt x="4540325" y="5848753"/>
                          <a:pt x="4423694" y="5850838"/>
                        </a:cubicBezTo>
                        <a:cubicBezTo>
                          <a:pt x="4307063" y="5852923"/>
                          <a:pt x="3918926" y="5782362"/>
                          <a:pt x="3600958" y="5850838"/>
                        </a:cubicBezTo>
                        <a:cubicBezTo>
                          <a:pt x="3282990" y="5919314"/>
                          <a:pt x="3205131" y="5781166"/>
                          <a:pt x="3004773" y="5850838"/>
                        </a:cubicBezTo>
                        <a:cubicBezTo>
                          <a:pt x="2804415" y="5920510"/>
                          <a:pt x="2430364" y="5791142"/>
                          <a:pt x="2182038" y="5850838"/>
                        </a:cubicBezTo>
                        <a:cubicBezTo>
                          <a:pt x="1933712" y="5910534"/>
                          <a:pt x="1721636" y="5784395"/>
                          <a:pt x="1472577" y="5850838"/>
                        </a:cubicBezTo>
                        <a:cubicBezTo>
                          <a:pt x="1223518" y="5917281"/>
                          <a:pt x="1109801" y="5807946"/>
                          <a:pt x="989667" y="5850838"/>
                        </a:cubicBezTo>
                        <a:cubicBezTo>
                          <a:pt x="869533" y="5893730"/>
                          <a:pt x="205328" y="5801417"/>
                          <a:pt x="0" y="5850838"/>
                        </a:cubicBezTo>
                        <a:cubicBezTo>
                          <a:pt x="-47768" y="5640259"/>
                          <a:pt x="9501" y="5481500"/>
                          <a:pt x="0" y="5382771"/>
                        </a:cubicBezTo>
                        <a:cubicBezTo>
                          <a:pt x="-9501" y="5284042"/>
                          <a:pt x="61414" y="5039869"/>
                          <a:pt x="0" y="4797687"/>
                        </a:cubicBezTo>
                        <a:cubicBezTo>
                          <a:pt x="-61414" y="4555505"/>
                          <a:pt x="17056" y="4422475"/>
                          <a:pt x="0" y="4095587"/>
                        </a:cubicBezTo>
                        <a:cubicBezTo>
                          <a:pt x="-17056" y="3768699"/>
                          <a:pt x="35192" y="3648981"/>
                          <a:pt x="0" y="3393486"/>
                        </a:cubicBezTo>
                        <a:cubicBezTo>
                          <a:pt x="-35192" y="3137991"/>
                          <a:pt x="33394" y="3043799"/>
                          <a:pt x="0" y="2749894"/>
                        </a:cubicBezTo>
                        <a:cubicBezTo>
                          <a:pt x="-33394" y="2455989"/>
                          <a:pt x="74061" y="2397224"/>
                          <a:pt x="0" y="2106302"/>
                        </a:cubicBezTo>
                        <a:cubicBezTo>
                          <a:pt x="-74061" y="1815380"/>
                          <a:pt x="61623" y="1626672"/>
                          <a:pt x="0" y="1462710"/>
                        </a:cubicBezTo>
                        <a:cubicBezTo>
                          <a:pt x="-61623" y="1298748"/>
                          <a:pt x="8561" y="1145488"/>
                          <a:pt x="0" y="994642"/>
                        </a:cubicBezTo>
                        <a:cubicBezTo>
                          <a:pt x="-8561" y="843796"/>
                          <a:pt x="79509" y="25923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240634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E38676A9-791B-4BB8-8F7A-AA54D281E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3470" y="534357"/>
            <a:ext cx="11205057" cy="5789279"/>
          </a:xfrm>
          <a:prstGeom prst="rect">
            <a:avLst/>
          </a:prstGeom>
          <a:ln w="76200" cmpd="thinThick">
            <a:solidFill>
              <a:schemeClr val="tx1">
                <a:lumMod val="50000"/>
                <a:lumOff val="5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327518"/>
                      <a:gd name="connsiteY0" fmla="*/ 0 h 5850838"/>
                      <a:gd name="connsiteX1" fmla="*/ 596185 w 11327518"/>
                      <a:gd name="connsiteY1" fmla="*/ 0 h 5850838"/>
                      <a:gd name="connsiteX2" fmla="*/ 852545 w 11327518"/>
                      <a:gd name="connsiteY2" fmla="*/ 0 h 5850838"/>
                      <a:gd name="connsiteX3" fmla="*/ 1562005 w 11327518"/>
                      <a:gd name="connsiteY3" fmla="*/ 0 h 5850838"/>
                      <a:gd name="connsiteX4" fmla="*/ 1818365 w 11327518"/>
                      <a:gd name="connsiteY4" fmla="*/ 0 h 5850838"/>
                      <a:gd name="connsiteX5" fmla="*/ 2414550 w 11327518"/>
                      <a:gd name="connsiteY5" fmla="*/ 0 h 5850838"/>
                      <a:gd name="connsiteX6" fmla="*/ 3237285 w 11327518"/>
                      <a:gd name="connsiteY6" fmla="*/ 0 h 5850838"/>
                      <a:gd name="connsiteX7" fmla="*/ 4060021 w 11327518"/>
                      <a:gd name="connsiteY7" fmla="*/ 0 h 5850838"/>
                      <a:gd name="connsiteX8" fmla="*/ 4769481 w 11327518"/>
                      <a:gd name="connsiteY8" fmla="*/ 0 h 5850838"/>
                      <a:gd name="connsiteX9" fmla="*/ 5252391 w 11327518"/>
                      <a:gd name="connsiteY9" fmla="*/ 0 h 5850838"/>
                      <a:gd name="connsiteX10" fmla="*/ 5508751 w 11327518"/>
                      <a:gd name="connsiteY10" fmla="*/ 0 h 5850838"/>
                      <a:gd name="connsiteX11" fmla="*/ 5991661 w 11327518"/>
                      <a:gd name="connsiteY11" fmla="*/ 0 h 5850838"/>
                      <a:gd name="connsiteX12" fmla="*/ 6701121 w 11327518"/>
                      <a:gd name="connsiteY12" fmla="*/ 0 h 5850838"/>
                      <a:gd name="connsiteX13" fmla="*/ 7523857 w 11327518"/>
                      <a:gd name="connsiteY13" fmla="*/ 0 h 5850838"/>
                      <a:gd name="connsiteX14" fmla="*/ 7780216 w 11327518"/>
                      <a:gd name="connsiteY14" fmla="*/ 0 h 5850838"/>
                      <a:gd name="connsiteX15" fmla="*/ 8036576 w 11327518"/>
                      <a:gd name="connsiteY15" fmla="*/ 0 h 5850838"/>
                      <a:gd name="connsiteX16" fmla="*/ 8859311 w 11327518"/>
                      <a:gd name="connsiteY16" fmla="*/ 0 h 5850838"/>
                      <a:gd name="connsiteX17" fmla="*/ 9115671 w 11327518"/>
                      <a:gd name="connsiteY17" fmla="*/ 0 h 5850838"/>
                      <a:gd name="connsiteX18" fmla="*/ 9711856 w 11327518"/>
                      <a:gd name="connsiteY18" fmla="*/ 0 h 5850838"/>
                      <a:gd name="connsiteX19" fmla="*/ 10081491 w 11327518"/>
                      <a:gd name="connsiteY19" fmla="*/ 0 h 5850838"/>
                      <a:gd name="connsiteX20" fmla="*/ 10451126 w 11327518"/>
                      <a:gd name="connsiteY20" fmla="*/ 0 h 5850838"/>
                      <a:gd name="connsiteX21" fmla="*/ 11327518 w 11327518"/>
                      <a:gd name="connsiteY21" fmla="*/ 0 h 5850838"/>
                      <a:gd name="connsiteX22" fmla="*/ 11327518 w 11327518"/>
                      <a:gd name="connsiteY22" fmla="*/ 468067 h 5850838"/>
                      <a:gd name="connsiteX23" fmla="*/ 11327518 w 11327518"/>
                      <a:gd name="connsiteY23" fmla="*/ 877626 h 5850838"/>
                      <a:gd name="connsiteX24" fmla="*/ 11327518 w 11327518"/>
                      <a:gd name="connsiteY24" fmla="*/ 1462710 h 5850838"/>
                      <a:gd name="connsiteX25" fmla="*/ 11327518 w 11327518"/>
                      <a:gd name="connsiteY25" fmla="*/ 1989285 h 5850838"/>
                      <a:gd name="connsiteX26" fmla="*/ 11327518 w 11327518"/>
                      <a:gd name="connsiteY26" fmla="*/ 2515860 h 5850838"/>
                      <a:gd name="connsiteX27" fmla="*/ 11327518 w 11327518"/>
                      <a:gd name="connsiteY27" fmla="*/ 3042436 h 5850838"/>
                      <a:gd name="connsiteX28" fmla="*/ 11327518 w 11327518"/>
                      <a:gd name="connsiteY28" fmla="*/ 3451994 h 5850838"/>
                      <a:gd name="connsiteX29" fmla="*/ 11327518 w 11327518"/>
                      <a:gd name="connsiteY29" fmla="*/ 4154095 h 5850838"/>
                      <a:gd name="connsiteX30" fmla="*/ 11327518 w 11327518"/>
                      <a:gd name="connsiteY30" fmla="*/ 4856196 h 5850838"/>
                      <a:gd name="connsiteX31" fmla="*/ 11327518 w 11327518"/>
                      <a:gd name="connsiteY31" fmla="*/ 5265754 h 5850838"/>
                      <a:gd name="connsiteX32" fmla="*/ 11327518 w 11327518"/>
                      <a:gd name="connsiteY32" fmla="*/ 5850838 h 5850838"/>
                      <a:gd name="connsiteX33" fmla="*/ 10731333 w 11327518"/>
                      <a:gd name="connsiteY33" fmla="*/ 5850838 h 5850838"/>
                      <a:gd name="connsiteX34" fmla="*/ 10361698 w 11327518"/>
                      <a:gd name="connsiteY34" fmla="*/ 5850838 h 5850838"/>
                      <a:gd name="connsiteX35" fmla="*/ 9878788 w 11327518"/>
                      <a:gd name="connsiteY35" fmla="*/ 5850838 h 5850838"/>
                      <a:gd name="connsiteX36" fmla="*/ 9282603 w 11327518"/>
                      <a:gd name="connsiteY36" fmla="*/ 5850838 h 5850838"/>
                      <a:gd name="connsiteX37" fmla="*/ 8686418 w 11327518"/>
                      <a:gd name="connsiteY37" fmla="*/ 5850838 h 5850838"/>
                      <a:gd name="connsiteX38" fmla="*/ 7976957 w 11327518"/>
                      <a:gd name="connsiteY38" fmla="*/ 5850838 h 5850838"/>
                      <a:gd name="connsiteX39" fmla="*/ 7607323 w 11327518"/>
                      <a:gd name="connsiteY39" fmla="*/ 5850838 h 5850838"/>
                      <a:gd name="connsiteX40" fmla="*/ 7237688 w 11327518"/>
                      <a:gd name="connsiteY40" fmla="*/ 5850838 h 5850838"/>
                      <a:gd name="connsiteX41" fmla="*/ 6414952 w 11327518"/>
                      <a:gd name="connsiteY41" fmla="*/ 5850838 h 5850838"/>
                      <a:gd name="connsiteX42" fmla="*/ 5592217 w 11327518"/>
                      <a:gd name="connsiteY42" fmla="*/ 5850838 h 5850838"/>
                      <a:gd name="connsiteX43" fmla="*/ 4996032 w 11327518"/>
                      <a:gd name="connsiteY43" fmla="*/ 5850838 h 5850838"/>
                      <a:gd name="connsiteX44" fmla="*/ 4739672 w 11327518"/>
                      <a:gd name="connsiteY44" fmla="*/ 5850838 h 5850838"/>
                      <a:gd name="connsiteX45" fmla="*/ 4483312 w 11327518"/>
                      <a:gd name="connsiteY45" fmla="*/ 5850838 h 5850838"/>
                      <a:gd name="connsiteX46" fmla="*/ 3660577 w 11327518"/>
                      <a:gd name="connsiteY46" fmla="*/ 5850838 h 5850838"/>
                      <a:gd name="connsiteX47" fmla="*/ 3177667 w 11327518"/>
                      <a:gd name="connsiteY47" fmla="*/ 5850838 h 5850838"/>
                      <a:gd name="connsiteX48" fmla="*/ 2354931 w 11327518"/>
                      <a:gd name="connsiteY48" fmla="*/ 5850838 h 5850838"/>
                      <a:gd name="connsiteX49" fmla="*/ 1758746 w 11327518"/>
                      <a:gd name="connsiteY49" fmla="*/ 5850838 h 5850838"/>
                      <a:gd name="connsiteX50" fmla="*/ 1502387 w 11327518"/>
                      <a:gd name="connsiteY50" fmla="*/ 5850838 h 5850838"/>
                      <a:gd name="connsiteX51" fmla="*/ 1132752 w 11327518"/>
                      <a:gd name="connsiteY51" fmla="*/ 5850838 h 5850838"/>
                      <a:gd name="connsiteX52" fmla="*/ 649842 w 11327518"/>
                      <a:gd name="connsiteY52" fmla="*/ 5850838 h 5850838"/>
                      <a:gd name="connsiteX53" fmla="*/ 0 w 11327518"/>
                      <a:gd name="connsiteY53" fmla="*/ 5850838 h 5850838"/>
                      <a:gd name="connsiteX54" fmla="*/ 0 w 11327518"/>
                      <a:gd name="connsiteY54" fmla="*/ 5207246 h 5850838"/>
                      <a:gd name="connsiteX55" fmla="*/ 0 w 11327518"/>
                      <a:gd name="connsiteY55" fmla="*/ 4680670 h 5850838"/>
                      <a:gd name="connsiteX56" fmla="*/ 0 w 11327518"/>
                      <a:gd name="connsiteY56" fmla="*/ 4271112 h 5850838"/>
                      <a:gd name="connsiteX57" fmla="*/ 0 w 11327518"/>
                      <a:gd name="connsiteY57" fmla="*/ 3569011 h 5850838"/>
                      <a:gd name="connsiteX58" fmla="*/ 0 w 11327518"/>
                      <a:gd name="connsiteY58" fmla="*/ 3159453 h 5850838"/>
                      <a:gd name="connsiteX59" fmla="*/ 0 w 11327518"/>
                      <a:gd name="connsiteY59" fmla="*/ 2574369 h 5850838"/>
                      <a:gd name="connsiteX60" fmla="*/ 0 w 11327518"/>
                      <a:gd name="connsiteY60" fmla="*/ 1872268 h 5850838"/>
                      <a:gd name="connsiteX61" fmla="*/ 0 w 11327518"/>
                      <a:gd name="connsiteY61" fmla="*/ 1170168 h 5850838"/>
                      <a:gd name="connsiteX62" fmla="*/ 0 w 11327518"/>
                      <a:gd name="connsiteY62" fmla="*/ 526575 h 5850838"/>
                      <a:gd name="connsiteX63" fmla="*/ 0 w 11327518"/>
                      <a:gd name="connsiteY63" fmla="*/ 0 h 58508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</a:cxnLst>
                    <a:rect l="l" t="t" r="r" b="b"/>
                    <a:pathLst>
                      <a:path w="11327518" h="5850838" fill="none" extrusionOk="0">
                        <a:moveTo>
                          <a:pt x="0" y="0"/>
                        </a:moveTo>
                        <a:cubicBezTo>
                          <a:pt x="199623" y="-38443"/>
                          <a:pt x="325669" y="57039"/>
                          <a:pt x="596185" y="0"/>
                        </a:cubicBezTo>
                        <a:cubicBezTo>
                          <a:pt x="866701" y="-57039"/>
                          <a:pt x="787814" y="30420"/>
                          <a:pt x="852545" y="0"/>
                        </a:cubicBezTo>
                        <a:cubicBezTo>
                          <a:pt x="917276" y="-30420"/>
                          <a:pt x="1407839" y="47840"/>
                          <a:pt x="1562005" y="0"/>
                        </a:cubicBezTo>
                        <a:cubicBezTo>
                          <a:pt x="1716171" y="-47840"/>
                          <a:pt x="1731284" y="20803"/>
                          <a:pt x="1818365" y="0"/>
                        </a:cubicBezTo>
                        <a:cubicBezTo>
                          <a:pt x="1905446" y="-20803"/>
                          <a:pt x="2249380" y="26975"/>
                          <a:pt x="2414550" y="0"/>
                        </a:cubicBezTo>
                        <a:cubicBezTo>
                          <a:pt x="2579720" y="-26975"/>
                          <a:pt x="2915166" y="64698"/>
                          <a:pt x="3237285" y="0"/>
                        </a:cubicBezTo>
                        <a:cubicBezTo>
                          <a:pt x="3559405" y="-64698"/>
                          <a:pt x="3882863" y="66094"/>
                          <a:pt x="4060021" y="0"/>
                        </a:cubicBezTo>
                        <a:cubicBezTo>
                          <a:pt x="4237179" y="-66094"/>
                          <a:pt x="4467026" y="6500"/>
                          <a:pt x="4769481" y="0"/>
                        </a:cubicBezTo>
                        <a:cubicBezTo>
                          <a:pt x="5071936" y="-6500"/>
                          <a:pt x="5093310" y="50141"/>
                          <a:pt x="5252391" y="0"/>
                        </a:cubicBezTo>
                        <a:cubicBezTo>
                          <a:pt x="5411472" y="-50141"/>
                          <a:pt x="5436744" y="20958"/>
                          <a:pt x="5508751" y="0"/>
                        </a:cubicBezTo>
                        <a:cubicBezTo>
                          <a:pt x="5580758" y="-20958"/>
                          <a:pt x="5871744" y="16120"/>
                          <a:pt x="5991661" y="0"/>
                        </a:cubicBezTo>
                        <a:cubicBezTo>
                          <a:pt x="6111578" y="-16120"/>
                          <a:pt x="6531829" y="10514"/>
                          <a:pt x="6701121" y="0"/>
                        </a:cubicBezTo>
                        <a:cubicBezTo>
                          <a:pt x="6870413" y="-10514"/>
                          <a:pt x="7297743" y="27207"/>
                          <a:pt x="7523857" y="0"/>
                        </a:cubicBezTo>
                        <a:cubicBezTo>
                          <a:pt x="7749971" y="-27207"/>
                          <a:pt x="7695579" y="24095"/>
                          <a:pt x="7780216" y="0"/>
                        </a:cubicBezTo>
                        <a:cubicBezTo>
                          <a:pt x="7864853" y="-24095"/>
                          <a:pt x="7908775" y="28511"/>
                          <a:pt x="8036576" y="0"/>
                        </a:cubicBezTo>
                        <a:cubicBezTo>
                          <a:pt x="8164377" y="-28511"/>
                          <a:pt x="8574440" y="58668"/>
                          <a:pt x="8859311" y="0"/>
                        </a:cubicBezTo>
                        <a:cubicBezTo>
                          <a:pt x="9144182" y="-58668"/>
                          <a:pt x="8995791" y="2810"/>
                          <a:pt x="9115671" y="0"/>
                        </a:cubicBezTo>
                        <a:cubicBezTo>
                          <a:pt x="9235551" y="-2810"/>
                          <a:pt x="9498764" y="57817"/>
                          <a:pt x="9711856" y="0"/>
                        </a:cubicBezTo>
                        <a:cubicBezTo>
                          <a:pt x="9924949" y="-57817"/>
                          <a:pt x="9902014" y="42847"/>
                          <a:pt x="10081491" y="0"/>
                        </a:cubicBezTo>
                        <a:cubicBezTo>
                          <a:pt x="10260968" y="-42847"/>
                          <a:pt x="10339792" y="22130"/>
                          <a:pt x="10451126" y="0"/>
                        </a:cubicBezTo>
                        <a:cubicBezTo>
                          <a:pt x="10562461" y="-22130"/>
                          <a:pt x="11121904" y="104730"/>
                          <a:pt x="11327518" y="0"/>
                        </a:cubicBezTo>
                        <a:cubicBezTo>
                          <a:pt x="11349373" y="158838"/>
                          <a:pt x="11271907" y="341595"/>
                          <a:pt x="11327518" y="468067"/>
                        </a:cubicBezTo>
                        <a:cubicBezTo>
                          <a:pt x="11383129" y="594539"/>
                          <a:pt x="11290595" y="699903"/>
                          <a:pt x="11327518" y="877626"/>
                        </a:cubicBezTo>
                        <a:cubicBezTo>
                          <a:pt x="11364441" y="1055349"/>
                          <a:pt x="11311139" y="1291464"/>
                          <a:pt x="11327518" y="1462710"/>
                        </a:cubicBezTo>
                        <a:cubicBezTo>
                          <a:pt x="11343897" y="1633956"/>
                          <a:pt x="11294761" y="1835313"/>
                          <a:pt x="11327518" y="1989285"/>
                        </a:cubicBezTo>
                        <a:cubicBezTo>
                          <a:pt x="11360275" y="2143258"/>
                          <a:pt x="11268549" y="2293901"/>
                          <a:pt x="11327518" y="2515860"/>
                        </a:cubicBezTo>
                        <a:cubicBezTo>
                          <a:pt x="11386487" y="2737820"/>
                          <a:pt x="11281097" y="2825914"/>
                          <a:pt x="11327518" y="3042436"/>
                        </a:cubicBezTo>
                        <a:cubicBezTo>
                          <a:pt x="11373939" y="3258958"/>
                          <a:pt x="11295965" y="3331182"/>
                          <a:pt x="11327518" y="3451994"/>
                        </a:cubicBezTo>
                        <a:cubicBezTo>
                          <a:pt x="11359071" y="3572806"/>
                          <a:pt x="11274012" y="3937258"/>
                          <a:pt x="11327518" y="4154095"/>
                        </a:cubicBezTo>
                        <a:cubicBezTo>
                          <a:pt x="11381024" y="4370932"/>
                          <a:pt x="11290036" y="4655051"/>
                          <a:pt x="11327518" y="4856196"/>
                        </a:cubicBezTo>
                        <a:cubicBezTo>
                          <a:pt x="11365000" y="5057341"/>
                          <a:pt x="11326694" y="5162254"/>
                          <a:pt x="11327518" y="5265754"/>
                        </a:cubicBezTo>
                        <a:cubicBezTo>
                          <a:pt x="11328342" y="5369254"/>
                          <a:pt x="11321784" y="5710376"/>
                          <a:pt x="11327518" y="5850838"/>
                        </a:cubicBezTo>
                        <a:cubicBezTo>
                          <a:pt x="11072871" y="5862066"/>
                          <a:pt x="10962964" y="5846984"/>
                          <a:pt x="10731333" y="5850838"/>
                        </a:cubicBezTo>
                        <a:cubicBezTo>
                          <a:pt x="10499702" y="5854692"/>
                          <a:pt x="10526837" y="5846583"/>
                          <a:pt x="10361698" y="5850838"/>
                        </a:cubicBezTo>
                        <a:cubicBezTo>
                          <a:pt x="10196559" y="5855093"/>
                          <a:pt x="10057834" y="5830159"/>
                          <a:pt x="9878788" y="5850838"/>
                        </a:cubicBezTo>
                        <a:cubicBezTo>
                          <a:pt x="9699742" y="5871517"/>
                          <a:pt x="9550020" y="5787227"/>
                          <a:pt x="9282603" y="5850838"/>
                        </a:cubicBezTo>
                        <a:cubicBezTo>
                          <a:pt x="9015187" y="5914449"/>
                          <a:pt x="8809030" y="5811108"/>
                          <a:pt x="8686418" y="5850838"/>
                        </a:cubicBezTo>
                        <a:cubicBezTo>
                          <a:pt x="8563807" y="5890568"/>
                          <a:pt x="8300289" y="5835449"/>
                          <a:pt x="7976957" y="5850838"/>
                        </a:cubicBezTo>
                        <a:cubicBezTo>
                          <a:pt x="7653625" y="5866227"/>
                          <a:pt x="7763164" y="5821858"/>
                          <a:pt x="7607323" y="5850838"/>
                        </a:cubicBezTo>
                        <a:cubicBezTo>
                          <a:pt x="7451482" y="5879818"/>
                          <a:pt x="7369641" y="5823798"/>
                          <a:pt x="7237688" y="5850838"/>
                        </a:cubicBezTo>
                        <a:cubicBezTo>
                          <a:pt x="7105735" y="5877878"/>
                          <a:pt x="6614599" y="5773841"/>
                          <a:pt x="6414952" y="5850838"/>
                        </a:cubicBezTo>
                        <a:cubicBezTo>
                          <a:pt x="6215305" y="5927835"/>
                          <a:pt x="5870983" y="5845212"/>
                          <a:pt x="5592217" y="5850838"/>
                        </a:cubicBezTo>
                        <a:cubicBezTo>
                          <a:pt x="5313451" y="5856464"/>
                          <a:pt x="5130990" y="5785107"/>
                          <a:pt x="4996032" y="5850838"/>
                        </a:cubicBezTo>
                        <a:cubicBezTo>
                          <a:pt x="4861074" y="5916569"/>
                          <a:pt x="4798691" y="5847178"/>
                          <a:pt x="4739672" y="5850838"/>
                        </a:cubicBezTo>
                        <a:cubicBezTo>
                          <a:pt x="4680653" y="5854498"/>
                          <a:pt x="4582011" y="5838269"/>
                          <a:pt x="4483312" y="5850838"/>
                        </a:cubicBezTo>
                        <a:cubicBezTo>
                          <a:pt x="4384613" y="5863407"/>
                          <a:pt x="3858308" y="5760206"/>
                          <a:pt x="3660577" y="5850838"/>
                        </a:cubicBezTo>
                        <a:cubicBezTo>
                          <a:pt x="3462847" y="5941470"/>
                          <a:pt x="3331316" y="5821704"/>
                          <a:pt x="3177667" y="5850838"/>
                        </a:cubicBezTo>
                        <a:cubicBezTo>
                          <a:pt x="3024018" y="5879972"/>
                          <a:pt x="2605027" y="5800646"/>
                          <a:pt x="2354931" y="5850838"/>
                        </a:cubicBezTo>
                        <a:cubicBezTo>
                          <a:pt x="2104835" y="5901030"/>
                          <a:pt x="1968527" y="5805912"/>
                          <a:pt x="1758746" y="5850838"/>
                        </a:cubicBezTo>
                        <a:cubicBezTo>
                          <a:pt x="1548965" y="5895764"/>
                          <a:pt x="1627155" y="5831445"/>
                          <a:pt x="1502387" y="5850838"/>
                        </a:cubicBezTo>
                        <a:cubicBezTo>
                          <a:pt x="1377619" y="5870231"/>
                          <a:pt x="1243411" y="5808250"/>
                          <a:pt x="1132752" y="5850838"/>
                        </a:cubicBezTo>
                        <a:cubicBezTo>
                          <a:pt x="1022093" y="5893426"/>
                          <a:pt x="841842" y="5813802"/>
                          <a:pt x="649842" y="5850838"/>
                        </a:cubicBezTo>
                        <a:cubicBezTo>
                          <a:pt x="457842" y="5887874"/>
                          <a:pt x="316547" y="5817400"/>
                          <a:pt x="0" y="5850838"/>
                        </a:cubicBezTo>
                        <a:cubicBezTo>
                          <a:pt x="-23010" y="5667982"/>
                          <a:pt x="26371" y="5376550"/>
                          <a:pt x="0" y="5207246"/>
                        </a:cubicBezTo>
                        <a:cubicBezTo>
                          <a:pt x="-26371" y="5037942"/>
                          <a:pt x="52499" y="4836475"/>
                          <a:pt x="0" y="4680670"/>
                        </a:cubicBezTo>
                        <a:cubicBezTo>
                          <a:pt x="-52499" y="4524865"/>
                          <a:pt x="38164" y="4424291"/>
                          <a:pt x="0" y="4271112"/>
                        </a:cubicBezTo>
                        <a:cubicBezTo>
                          <a:pt x="-38164" y="4117933"/>
                          <a:pt x="13038" y="3901346"/>
                          <a:pt x="0" y="3569011"/>
                        </a:cubicBezTo>
                        <a:cubicBezTo>
                          <a:pt x="-13038" y="3236676"/>
                          <a:pt x="26246" y="3283733"/>
                          <a:pt x="0" y="3159453"/>
                        </a:cubicBezTo>
                        <a:cubicBezTo>
                          <a:pt x="-26246" y="3035173"/>
                          <a:pt x="16811" y="2759597"/>
                          <a:pt x="0" y="2574369"/>
                        </a:cubicBezTo>
                        <a:cubicBezTo>
                          <a:pt x="-16811" y="2389141"/>
                          <a:pt x="25008" y="2066581"/>
                          <a:pt x="0" y="1872268"/>
                        </a:cubicBezTo>
                        <a:cubicBezTo>
                          <a:pt x="-25008" y="1677955"/>
                          <a:pt x="19918" y="1408387"/>
                          <a:pt x="0" y="1170168"/>
                        </a:cubicBezTo>
                        <a:cubicBezTo>
                          <a:pt x="-19918" y="931949"/>
                          <a:pt x="41231" y="841743"/>
                          <a:pt x="0" y="526575"/>
                        </a:cubicBezTo>
                        <a:cubicBezTo>
                          <a:pt x="-41231" y="211407"/>
                          <a:pt x="52995" y="160001"/>
                          <a:pt x="0" y="0"/>
                        </a:cubicBezTo>
                        <a:close/>
                      </a:path>
                      <a:path w="11327518" h="5850838" stroke="0" extrusionOk="0">
                        <a:moveTo>
                          <a:pt x="0" y="0"/>
                        </a:moveTo>
                        <a:cubicBezTo>
                          <a:pt x="190339" y="-52346"/>
                          <a:pt x="344887" y="51323"/>
                          <a:pt x="482910" y="0"/>
                        </a:cubicBezTo>
                        <a:cubicBezTo>
                          <a:pt x="620933" y="-51323"/>
                          <a:pt x="675871" y="19361"/>
                          <a:pt x="739270" y="0"/>
                        </a:cubicBezTo>
                        <a:cubicBezTo>
                          <a:pt x="802669" y="-19361"/>
                          <a:pt x="1325916" y="92536"/>
                          <a:pt x="1562005" y="0"/>
                        </a:cubicBezTo>
                        <a:cubicBezTo>
                          <a:pt x="1798094" y="-92536"/>
                          <a:pt x="1929995" y="27160"/>
                          <a:pt x="2044915" y="0"/>
                        </a:cubicBezTo>
                        <a:cubicBezTo>
                          <a:pt x="2159835" y="-27160"/>
                          <a:pt x="2302190" y="26229"/>
                          <a:pt x="2527825" y="0"/>
                        </a:cubicBezTo>
                        <a:cubicBezTo>
                          <a:pt x="2753460" y="-26229"/>
                          <a:pt x="3158478" y="63046"/>
                          <a:pt x="3350561" y="0"/>
                        </a:cubicBezTo>
                        <a:cubicBezTo>
                          <a:pt x="3542644" y="-63046"/>
                          <a:pt x="3595952" y="25830"/>
                          <a:pt x="3720195" y="0"/>
                        </a:cubicBezTo>
                        <a:cubicBezTo>
                          <a:pt x="3844438" y="-25830"/>
                          <a:pt x="4252403" y="57654"/>
                          <a:pt x="4542931" y="0"/>
                        </a:cubicBezTo>
                        <a:cubicBezTo>
                          <a:pt x="4833459" y="-57654"/>
                          <a:pt x="5188070" y="23753"/>
                          <a:pt x="5365666" y="0"/>
                        </a:cubicBezTo>
                        <a:cubicBezTo>
                          <a:pt x="5543262" y="-23753"/>
                          <a:pt x="5832864" y="57122"/>
                          <a:pt x="5961852" y="0"/>
                        </a:cubicBezTo>
                        <a:cubicBezTo>
                          <a:pt x="6090840" y="-57122"/>
                          <a:pt x="6563315" y="36277"/>
                          <a:pt x="6784587" y="0"/>
                        </a:cubicBezTo>
                        <a:cubicBezTo>
                          <a:pt x="7005859" y="-36277"/>
                          <a:pt x="7061557" y="9086"/>
                          <a:pt x="7267497" y="0"/>
                        </a:cubicBezTo>
                        <a:cubicBezTo>
                          <a:pt x="7473437" y="-9086"/>
                          <a:pt x="7618214" y="16848"/>
                          <a:pt x="7750407" y="0"/>
                        </a:cubicBezTo>
                        <a:cubicBezTo>
                          <a:pt x="7882600" y="-16848"/>
                          <a:pt x="8156801" y="57895"/>
                          <a:pt x="8459867" y="0"/>
                        </a:cubicBezTo>
                        <a:cubicBezTo>
                          <a:pt x="8762933" y="-57895"/>
                          <a:pt x="8800897" y="52657"/>
                          <a:pt x="8942777" y="0"/>
                        </a:cubicBezTo>
                        <a:cubicBezTo>
                          <a:pt x="9084657" y="-52657"/>
                          <a:pt x="9551186" y="15908"/>
                          <a:pt x="9765513" y="0"/>
                        </a:cubicBezTo>
                        <a:cubicBezTo>
                          <a:pt x="9979840" y="-15908"/>
                          <a:pt x="10213960" y="26999"/>
                          <a:pt x="10588248" y="0"/>
                        </a:cubicBezTo>
                        <a:cubicBezTo>
                          <a:pt x="10962536" y="-26999"/>
                          <a:pt x="10964858" y="21158"/>
                          <a:pt x="11327518" y="0"/>
                        </a:cubicBezTo>
                        <a:cubicBezTo>
                          <a:pt x="11329404" y="204381"/>
                          <a:pt x="11289217" y="381973"/>
                          <a:pt x="11327518" y="526575"/>
                        </a:cubicBezTo>
                        <a:cubicBezTo>
                          <a:pt x="11365819" y="671178"/>
                          <a:pt x="11303432" y="760079"/>
                          <a:pt x="11327518" y="936134"/>
                        </a:cubicBezTo>
                        <a:cubicBezTo>
                          <a:pt x="11351604" y="1112189"/>
                          <a:pt x="11297919" y="1245027"/>
                          <a:pt x="11327518" y="1404201"/>
                        </a:cubicBezTo>
                        <a:cubicBezTo>
                          <a:pt x="11357117" y="1563375"/>
                          <a:pt x="11301602" y="1789758"/>
                          <a:pt x="11327518" y="2047793"/>
                        </a:cubicBezTo>
                        <a:cubicBezTo>
                          <a:pt x="11353434" y="2305828"/>
                          <a:pt x="11265423" y="2366097"/>
                          <a:pt x="11327518" y="2574369"/>
                        </a:cubicBezTo>
                        <a:cubicBezTo>
                          <a:pt x="11389613" y="2782641"/>
                          <a:pt x="11298050" y="2885977"/>
                          <a:pt x="11327518" y="3042436"/>
                        </a:cubicBezTo>
                        <a:cubicBezTo>
                          <a:pt x="11356986" y="3198895"/>
                          <a:pt x="11263295" y="3536795"/>
                          <a:pt x="11327518" y="3686028"/>
                        </a:cubicBezTo>
                        <a:cubicBezTo>
                          <a:pt x="11391741" y="3835261"/>
                          <a:pt x="11265829" y="4108878"/>
                          <a:pt x="11327518" y="4271112"/>
                        </a:cubicBezTo>
                        <a:cubicBezTo>
                          <a:pt x="11389207" y="4433346"/>
                          <a:pt x="11286850" y="4673434"/>
                          <a:pt x="11327518" y="4856196"/>
                        </a:cubicBezTo>
                        <a:cubicBezTo>
                          <a:pt x="11368186" y="5038958"/>
                          <a:pt x="11295571" y="5472768"/>
                          <a:pt x="11327518" y="5850838"/>
                        </a:cubicBezTo>
                        <a:cubicBezTo>
                          <a:pt x="11111307" y="5854150"/>
                          <a:pt x="10831911" y="5818363"/>
                          <a:pt x="10618058" y="5850838"/>
                        </a:cubicBezTo>
                        <a:cubicBezTo>
                          <a:pt x="10404205" y="5883313"/>
                          <a:pt x="10429394" y="5845042"/>
                          <a:pt x="10248423" y="5850838"/>
                        </a:cubicBezTo>
                        <a:cubicBezTo>
                          <a:pt x="10067452" y="5856634"/>
                          <a:pt x="9754262" y="5801999"/>
                          <a:pt x="9538963" y="5850838"/>
                        </a:cubicBezTo>
                        <a:cubicBezTo>
                          <a:pt x="9323664" y="5899677"/>
                          <a:pt x="9361173" y="5826118"/>
                          <a:pt x="9282603" y="5850838"/>
                        </a:cubicBezTo>
                        <a:cubicBezTo>
                          <a:pt x="9204033" y="5875558"/>
                          <a:pt x="8854828" y="5769311"/>
                          <a:pt x="8573143" y="5850838"/>
                        </a:cubicBezTo>
                        <a:cubicBezTo>
                          <a:pt x="8291458" y="5932365"/>
                          <a:pt x="8290328" y="5811605"/>
                          <a:pt x="8203508" y="5850838"/>
                        </a:cubicBezTo>
                        <a:cubicBezTo>
                          <a:pt x="8116688" y="5890071"/>
                          <a:pt x="8057882" y="5831319"/>
                          <a:pt x="7947148" y="5850838"/>
                        </a:cubicBezTo>
                        <a:cubicBezTo>
                          <a:pt x="7836414" y="5870357"/>
                          <a:pt x="7730897" y="5812334"/>
                          <a:pt x="7577513" y="5850838"/>
                        </a:cubicBezTo>
                        <a:cubicBezTo>
                          <a:pt x="7424129" y="5889342"/>
                          <a:pt x="7192735" y="5821747"/>
                          <a:pt x="6868053" y="5850838"/>
                        </a:cubicBezTo>
                        <a:cubicBezTo>
                          <a:pt x="6543371" y="5879929"/>
                          <a:pt x="6663453" y="5837340"/>
                          <a:pt x="6498418" y="5850838"/>
                        </a:cubicBezTo>
                        <a:cubicBezTo>
                          <a:pt x="6333383" y="5864336"/>
                          <a:pt x="6333602" y="5842292"/>
                          <a:pt x="6242059" y="5850838"/>
                        </a:cubicBezTo>
                        <a:cubicBezTo>
                          <a:pt x="6150516" y="5859384"/>
                          <a:pt x="6020687" y="5825363"/>
                          <a:pt x="5872424" y="5850838"/>
                        </a:cubicBezTo>
                        <a:cubicBezTo>
                          <a:pt x="5724161" y="5876313"/>
                          <a:pt x="5575375" y="5837302"/>
                          <a:pt x="5389514" y="5850838"/>
                        </a:cubicBezTo>
                        <a:cubicBezTo>
                          <a:pt x="5203653" y="5864374"/>
                          <a:pt x="4926543" y="5825923"/>
                          <a:pt x="4793329" y="5850838"/>
                        </a:cubicBezTo>
                        <a:cubicBezTo>
                          <a:pt x="4660116" y="5875753"/>
                          <a:pt x="4540325" y="5848753"/>
                          <a:pt x="4423694" y="5850838"/>
                        </a:cubicBezTo>
                        <a:cubicBezTo>
                          <a:pt x="4307063" y="5852923"/>
                          <a:pt x="3918926" y="5782362"/>
                          <a:pt x="3600958" y="5850838"/>
                        </a:cubicBezTo>
                        <a:cubicBezTo>
                          <a:pt x="3282990" y="5919314"/>
                          <a:pt x="3205131" y="5781166"/>
                          <a:pt x="3004773" y="5850838"/>
                        </a:cubicBezTo>
                        <a:cubicBezTo>
                          <a:pt x="2804415" y="5920510"/>
                          <a:pt x="2430364" y="5791142"/>
                          <a:pt x="2182038" y="5850838"/>
                        </a:cubicBezTo>
                        <a:cubicBezTo>
                          <a:pt x="1933712" y="5910534"/>
                          <a:pt x="1721636" y="5784395"/>
                          <a:pt x="1472577" y="5850838"/>
                        </a:cubicBezTo>
                        <a:cubicBezTo>
                          <a:pt x="1223518" y="5917281"/>
                          <a:pt x="1109801" y="5807946"/>
                          <a:pt x="989667" y="5850838"/>
                        </a:cubicBezTo>
                        <a:cubicBezTo>
                          <a:pt x="869533" y="5893730"/>
                          <a:pt x="205328" y="5801417"/>
                          <a:pt x="0" y="5850838"/>
                        </a:cubicBezTo>
                        <a:cubicBezTo>
                          <a:pt x="-47768" y="5640259"/>
                          <a:pt x="9501" y="5481500"/>
                          <a:pt x="0" y="5382771"/>
                        </a:cubicBezTo>
                        <a:cubicBezTo>
                          <a:pt x="-9501" y="5284042"/>
                          <a:pt x="61414" y="5039869"/>
                          <a:pt x="0" y="4797687"/>
                        </a:cubicBezTo>
                        <a:cubicBezTo>
                          <a:pt x="-61414" y="4555505"/>
                          <a:pt x="17056" y="4422475"/>
                          <a:pt x="0" y="4095587"/>
                        </a:cubicBezTo>
                        <a:cubicBezTo>
                          <a:pt x="-17056" y="3768699"/>
                          <a:pt x="35192" y="3648981"/>
                          <a:pt x="0" y="3393486"/>
                        </a:cubicBezTo>
                        <a:cubicBezTo>
                          <a:pt x="-35192" y="3137991"/>
                          <a:pt x="33394" y="3043799"/>
                          <a:pt x="0" y="2749894"/>
                        </a:cubicBezTo>
                        <a:cubicBezTo>
                          <a:pt x="-33394" y="2455989"/>
                          <a:pt x="74061" y="2397224"/>
                          <a:pt x="0" y="2106302"/>
                        </a:cubicBezTo>
                        <a:cubicBezTo>
                          <a:pt x="-74061" y="1815380"/>
                          <a:pt x="61623" y="1626672"/>
                          <a:pt x="0" y="1462710"/>
                        </a:cubicBezTo>
                        <a:cubicBezTo>
                          <a:pt x="-61623" y="1298748"/>
                          <a:pt x="8561" y="1145488"/>
                          <a:pt x="0" y="994642"/>
                        </a:cubicBezTo>
                        <a:cubicBezTo>
                          <a:pt x="-8561" y="843796"/>
                          <a:pt x="79509" y="25923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18997573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E38676A9-791B-4BB8-8F7A-AA54D281E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3471" y="534357"/>
            <a:ext cx="11205055" cy="5789279"/>
          </a:xfrm>
          <a:prstGeom prst="rect">
            <a:avLst/>
          </a:prstGeom>
          <a:ln w="76200" cmpd="thinThick">
            <a:solidFill>
              <a:schemeClr val="tx1">
                <a:lumMod val="50000"/>
                <a:lumOff val="5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327518"/>
                      <a:gd name="connsiteY0" fmla="*/ 0 h 5850838"/>
                      <a:gd name="connsiteX1" fmla="*/ 596185 w 11327518"/>
                      <a:gd name="connsiteY1" fmla="*/ 0 h 5850838"/>
                      <a:gd name="connsiteX2" fmla="*/ 852545 w 11327518"/>
                      <a:gd name="connsiteY2" fmla="*/ 0 h 5850838"/>
                      <a:gd name="connsiteX3" fmla="*/ 1562005 w 11327518"/>
                      <a:gd name="connsiteY3" fmla="*/ 0 h 5850838"/>
                      <a:gd name="connsiteX4" fmla="*/ 1818365 w 11327518"/>
                      <a:gd name="connsiteY4" fmla="*/ 0 h 5850838"/>
                      <a:gd name="connsiteX5" fmla="*/ 2414550 w 11327518"/>
                      <a:gd name="connsiteY5" fmla="*/ 0 h 5850838"/>
                      <a:gd name="connsiteX6" fmla="*/ 3237285 w 11327518"/>
                      <a:gd name="connsiteY6" fmla="*/ 0 h 5850838"/>
                      <a:gd name="connsiteX7" fmla="*/ 4060021 w 11327518"/>
                      <a:gd name="connsiteY7" fmla="*/ 0 h 5850838"/>
                      <a:gd name="connsiteX8" fmla="*/ 4769481 w 11327518"/>
                      <a:gd name="connsiteY8" fmla="*/ 0 h 5850838"/>
                      <a:gd name="connsiteX9" fmla="*/ 5252391 w 11327518"/>
                      <a:gd name="connsiteY9" fmla="*/ 0 h 5850838"/>
                      <a:gd name="connsiteX10" fmla="*/ 5508751 w 11327518"/>
                      <a:gd name="connsiteY10" fmla="*/ 0 h 5850838"/>
                      <a:gd name="connsiteX11" fmla="*/ 5991661 w 11327518"/>
                      <a:gd name="connsiteY11" fmla="*/ 0 h 5850838"/>
                      <a:gd name="connsiteX12" fmla="*/ 6701121 w 11327518"/>
                      <a:gd name="connsiteY12" fmla="*/ 0 h 5850838"/>
                      <a:gd name="connsiteX13" fmla="*/ 7523857 w 11327518"/>
                      <a:gd name="connsiteY13" fmla="*/ 0 h 5850838"/>
                      <a:gd name="connsiteX14" fmla="*/ 7780216 w 11327518"/>
                      <a:gd name="connsiteY14" fmla="*/ 0 h 5850838"/>
                      <a:gd name="connsiteX15" fmla="*/ 8036576 w 11327518"/>
                      <a:gd name="connsiteY15" fmla="*/ 0 h 5850838"/>
                      <a:gd name="connsiteX16" fmla="*/ 8859311 w 11327518"/>
                      <a:gd name="connsiteY16" fmla="*/ 0 h 5850838"/>
                      <a:gd name="connsiteX17" fmla="*/ 9115671 w 11327518"/>
                      <a:gd name="connsiteY17" fmla="*/ 0 h 5850838"/>
                      <a:gd name="connsiteX18" fmla="*/ 9711856 w 11327518"/>
                      <a:gd name="connsiteY18" fmla="*/ 0 h 5850838"/>
                      <a:gd name="connsiteX19" fmla="*/ 10081491 w 11327518"/>
                      <a:gd name="connsiteY19" fmla="*/ 0 h 5850838"/>
                      <a:gd name="connsiteX20" fmla="*/ 10451126 w 11327518"/>
                      <a:gd name="connsiteY20" fmla="*/ 0 h 5850838"/>
                      <a:gd name="connsiteX21" fmla="*/ 11327518 w 11327518"/>
                      <a:gd name="connsiteY21" fmla="*/ 0 h 5850838"/>
                      <a:gd name="connsiteX22" fmla="*/ 11327518 w 11327518"/>
                      <a:gd name="connsiteY22" fmla="*/ 468067 h 5850838"/>
                      <a:gd name="connsiteX23" fmla="*/ 11327518 w 11327518"/>
                      <a:gd name="connsiteY23" fmla="*/ 877626 h 5850838"/>
                      <a:gd name="connsiteX24" fmla="*/ 11327518 w 11327518"/>
                      <a:gd name="connsiteY24" fmla="*/ 1462710 h 5850838"/>
                      <a:gd name="connsiteX25" fmla="*/ 11327518 w 11327518"/>
                      <a:gd name="connsiteY25" fmla="*/ 1989285 h 5850838"/>
                      <a:gd name="connsiteX26" fmla="*/ 11327518 w 11327518"/>
                      <a:gd name="connsiteY26" fmla="*/ 2515860 h 5850838"/>
                      <a:gd name="connsiteX27" fmla="*/ 11327518 w 11327518"/>
                      <a:gd name="connsiteY27" fmla="*/ 3042436 h 5850838"/>
                      <a:gd name="connsiteX28" fmla="*/ 11327518 w 11327518"/>
                      <a:gd name="connsiteY28" fmla="*/ 3451994 h 5850838"/>
                      <a:gd name="connsiteX29" fmla="*/ 11327518 w 11327518"/>
                      <a:gd name="connsiteY29" fmla="*/ 4154095 h 5850838"/>
                      <a:gd name="connsiteX30" fmla="*/ 11327518 w 11327518"/>
                      <a:gd name="connsiteY30" fmla="*/ 4856196 h 5850838"/>
                      <a:gd name="connsiteX31" fmla="*/ 11327518 w 11327518"/>
                      <a:gd name="connsiteY31" fmla="*/ 5265754 h 5850838"/>
                      <a:gd name="connsiteX32" fmla="*/ 11327518 w 11327518"/>
                      <a:gd name="connsiteY32" fmla="*/ 5850838 h 5850838"/>
                      <a:gd name="connsiteX33" fmla="*/ 10731333 w 11327518"/>
                      <a:gd name="connsiteY33" fmla="*/ 5850838 h 5850838"/>
                      <a:gd name="connsiteX34" fmla="*/ 10361698 w 11327518"/>
                      <a:gd name="connsiteY34" fmla="*/ 5850838 h 5850838"/>
                      <a:gd name="connsiteX35" fmla="*/ 9878788 w 11327518"/>
                      <a:gd name="connsiteY35" fmla="*/ 5850838 h 5850838"/>
                      <a:gd name="connsiteX36" fmla="*/ 9282603 w 11327518"/>
                      <a:gd name="connsiteY36" fmla="*/ 5850838 h 5850838"/>
                      <a:gd name="connsiteX37" fmla="*/ 8686418 w 11327518"/>
                      <a:gd name="connsiteY37" fmla="*/ 5850838 h 5850838"/>
                      <a:gd name="connsiteX38" fmla="*/ 7976957 w 11327518"/>
                      <a:gd name="connsiteY38" fmla="*/ 5850838 h 5850838"/>
                      <a:gd name="connsiteX39" fmla="*/ 7607323 w 11327518"/>
                      <a:gd name="connsiteY39" fmla="*/ 5850838 h 5850838"/>
                      <a:gd name="connsiteX40" fmla="*/ 7237688 w 11327518"/>
                      <a:gd name="connsiteY40" fmla="*/ 5850838 h 5850838"/>
                      <a:gd name="connsiteX41" fmla="*/ 6414952 w 11327518"/>
                      <a:gd name="connsiteY41" fmla="*/ 5850838 h 5850838"/>
                      <a:gd name="connsiteX42" fmla="*/ 5592217 w 11327518"/>
                      <a:gd name="connsiteY42" fmla="*/ 5850838 h 5850838"/>
                      <a:gd name="connsiteX43" fmla="*/ 4996032 w 11327518"/>
                      <a:gd name="connsiteY43" fmla="*/ 5850838 h 5850838"/>
                      <a:gd name="connsiteX44" fmla="*/ 4739672 w 11327518"/>
                      <a:gd name="connsiteY44" fmla="*/ 5850838 h 5850838"/>
                      <a:gd name="connsiteX45" fmla="*/ 4483312 w 11327518"/>
                      <a:gd name="connsiteY45" fmla="*/ 5850838 h 5850838"/>
                      <a:gd name="connsiteX46" fmla="*/ 3660577 w 11327518"/>
                      <a:gd name="connsiteY46" fmla="*/ 5850838 h 5850838"/>
                      <a:gd name="connsiteX47" fmla="*/ 3177667 w 11327518"/>
                      <a:gd name="connsiteY47" fmla="*/ 5850838 h 5850838"/>
                      <a:gd name="connsiteX48" fmla="*/ 2354931 w 11327518"/>
                      <a:gd name="connsiteY48" fmla="*/ 5850838 h 5850838"/>
                      <a:gd name="connsiteX49" fmla="*/ 1758746 w 11327518"/>
                      <a:gd name="connsiteY49" fmla="*/ 5850838 h 5850838"/>
                      <a:gd name="connsiteX50" fmla="*/ 1502387 w 11327518"/>
                      <a:gd name="connsiteY50" fmla="*/ 5850838 h 5850838"/>
                      <a:gd name="connsiteX51" fmla="*/ 1132752 w 11327518"/>
                      <a:gd name="connsiteY51" fmla="*/ 5850838 h 5850838"/>
                      <a:gd name="connsiteX52" fmla="*/ 649842 w 11327518"/>
                      <a:gd name="connsiteY52" fmla="*/ 5850838 h 5850838"/>
                      <a:gd name="connsiteX53" fmla="*/ 0 w 11327518"/>
                      <a:gd name="connsiteY53" fmla="*/ 5850838 h 5850838"/>
                      <a:gd name="connsiteX54" fmla="*/ 0 w 11327518"/>
                      <a:gd name="connsiteY54" fmla="*/ 5207246 h 5850838"/>
                      <a:gd name="connsiteX55" fmla="*/ 0 w 11327518"/>
                      <a:gd name="connsiteY55" fmla="*/ 4680670 h 5850838"/>
                      <a:gd name="connsiteX56" fmla="*/ 0 w 11327518"/>
                      <a:gd name="connsiteY56" fmla="*/ 4271112 h 5850838"/>
                      <a:gd name="connsiteX57" fmla="*/ 0 w 11327518"/>
                      <a:gd name="connsiteY57" fmla="*/ 3569011 h 5850838"/>
                      <a:gd name="connsiteX58" fmla="*/ 0 w 11327518"/>
                      <a:gd name="connsiteY58" fmla="*/ 3159453 h 5850838"/>
                      <a:gd name="connsiteX59" fmla="*/ 0 w 11327518"/>
                      <a:gd name="connsiteY59" fmla="*/ 2574369 h 5850838"/>
                      <a:gd name="connsiteX60" fmla="*/ 0 w 11327518"/>
                      <a:gd name="connsiteY60" fmla="*/ 1872268 h 5850838"/>
                      <a:gd name="connsiteX61" fmla="*/ 0 w 11327518"/>
                      <a:gd name="connsiteY61" fmla="*/ 1170168 h 5850838"/>
                      <a:gd name="connsiteX62" fmla="*/ 0 w 11327518"/>
                      <a:gd name="connsiteY62" fmla="*/ 526575 h 5850838"/>
                      <a:gd name="connsiteX63" fmla="*/ 0 w 11327518"/>
                      <a:gd name="connsiteY63" fmla="*/ 0 h 58508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</a:cxnLst>
                    <a:rect l="l" t="t" r="r" b="b"/>
                    <a:pathLst>
                      <a:path w="11327518" h="5850838" fill="none" extrusionOk="0">
                        <a:moveTo>
                          <a:pt x="0" y="0"/>
                        </a:moveTo>
                        <a:cubicBezTo>
                          <a:pt x="199623" y="-38443"/>
                          <a:pt x="325669" y="57039"/>
                          <a:pt x="596185" y="0"/>
                        </a:cubicBezTo>
                        <a:cubicBezTo>
                          <a:pt x="866701" y="-57039"/>
                          <a:pt x="787814" y="30420"/>
                          <a:pt x="852545" y="0"/>
                        </a:cubicBezTo>
                        <a:cubicBezTo>
                          <a:pt x="917276" y="-30420"/>
                          <a:pt x="1407839" y="47840"/>
                          <a:pt x="1562005" y="0"/>
                        </a:cubicBezTo>
                        <a:cubicBezTo>
                          <a:pt x="1716171" y="-47840"/>
                          <a:pt x="1731284" y="20803"/>
                          <a:pt x="1818365" y="0"/>
                        </a:cubicBezTo>
                        <a:cubicBezTo>
                          <a:pt x="1905446" y="-20803"/>
                          <a:pt x="2249380" y="26975"/>
                          <a:pt x="2414550" y="0"/>
                        </a:cubicBezTo>
                        <a:cubicBezTo>
                          <a:pt x="2579720" y="-26975"/>
                          <a:pt x="2915166" y="64698"/>
                          <a:pt x="3237285" y="0"/>
                        </a:cubicBezTo>
                        <a:cubicBezTo>
                          <a:pt x="3559405" y="-64698"/>
                          <a:pt x="3882863" y="66094"/>
                          <a:pt x="4060021" y="0"/>
                        </a:cubicBezTo>
                        <a:cubicBezTo>
                          <a:pt x="4237179" y="-66094"/>
                          <a:pt x="4467026" y="6500"/>
                          <a:pt x="4769481" y="0"/>
                        </a:cubicBezTo>
                        <a:cubicBezTo>
                          <a:pt x="5071936" y="-6500"/>
                          <a:pt x="5093310" y="50141"/>
                          <a:pt x="5252391" y="0"/>
                        </a:cubicBezTo>
                        <a:cubicBezTo>
                          <a:pt x="5411472" y="-50141"/>
                          <a:pt x="5436744" y="20958"/>
                          <a:pt x="5508751" y="0"/>
                        </a:cubicBezTo>
                        <a:cubicBezTo>
                          <a:pt x="5580758" y="-20958"/>
                          <a:pt x="5871744" y="16120"/>
                          <a:pt x="5991661" y="0"/>
                        </a:cubicBezTo>
                        <a:cubicBezTo>
                          <a:pt x="6111578" y="-16120"/>
                          <a:pt x="6531829" y="10514"/>
                          <a:pt x="6701121" y="0"/>
                        </a:cubicBezTo>
                        <a:cubicBezTo>
                          <a:pt x="6870413" y="-10514"/>
                          <a:pt x="7297743" y="27207"/>
                          <a:pt x="7523857" y="0"/>
                        </a:cubicBezTo>
                        <a:cubicBezTo>
                          <a:pt x="7749971" y="-27207"/>
                          <a:pt x="7695579" y="24095"/>
                          <a:pt x="7780216" y="0"/>
                        </a:cubicBezTo>
                        <a:cubicBezTo>
                          <a:pt x="7864853" y="-24095"/>
                          <a:pt x="7908775" y="28511"/>
                          <a:pt x="8036576" y="0"/>
                        </a:cubicBezTo>
                        <a:cubicBezTo>
                          <a:pt x="8164377" y="-28511"/>
                          <a:pt x="8574440" y="58668"/>
                          <a:pt x="8859311" y="0"/>
                        </a:cubicBezTo>
                        <a:cubicBezTo>
                          <a:pt x="9144182" y="-58668"/>
                          <a:pt x="8995791" y="2810"/>
                          <a:pt x="9115671" y="0"/>
                        </a:cubicBezTo>
                        <a:cubicBezTo>
                          <a:pt x="9235551" y="-2810"/>
                          <a:pt x="9498764" y="57817"/>
                          <a:pt x="9711856" y="0"/>
                        </a:cubicBezTo>
                        <a:cubicBezTo>
                          <a:pt x="9924949" y="-57817"/>
                          <a:pt x="9902014" y="42847"/>
                          <a:pt x="10081491" y="0"/>
                        </a:cubicBezTo>
                        <a:cubicBezTo>
                          <a:pt x="10260968" y="-42847"/>
                          <a:pt x="10339792" y="22130"/>
                          <a:pt x="10451126" y="0"/>
                        </a:cubicBezTo>
                        <a:cubicBezTo>
                          <a:pt x="10562461" y="-22130"/>
                          <a:pt x="11121904" y="104730"/>
                          <a:pt x="11327518" y="0"/>
                        </a:cubicBezTo>
                        <a:cubicBezTo>
                          <a:pt x="11349373" y="158838"/>
                          <a:pt x="11271907" y="341595"/>
                          <a:pt x="11327518" y="468067"/>
                        </a:cubicBezTo>
                        <a:cubicBezTo>
                          <a:pt x="11383129" y="594539"/>
                          <a:pt x="11290595" y="699903"/>
                          <a:pt x="11327518" y="877626"/>
                        </a:cubicBezTo>
                        <a:cubicBezTo>
                          <a:pt x="11364441" y="1055349"/>
                          <a:pt x="11311139" y="1291464"/>
                          <a:pt x="11327518" y="1462710"/>
                        </a:cubicBezTo>
                        <a:cubicBezTo>
                          <a:pt x="11343897" y="1633956"/>
                          <a:pt x="11294761" y="1835313"/>
                          <a:pt x="11327518" y="1989285"/>
                        </a:cubicBezTo>
                        <a:cubicBezTo>
                          <a:pt x="11360275" y="2143258"/>
                          <a:pt x="11268549" y="2293901"/>
                          <a:pt x="11327518" y="2515860"/>
                        </a:cubicBezTo>
                        <a:cubicBezTo>
                          <a:pt x="11386487" y="2737820"/>
                          <a:pt x="11281097" y="2825914"/>
                          <a:pt x="11327518" y="3042436"/>
                        </a:cubicBezTo>
                        <a:cubicBezTo>
                          <a:pt x="11373939" y="3258958"/>
                          <a:pt x="11295965" y="3331182"/>
                          <a:pt x="11327518" y="3451994"/>
                        </a:cubicBezTo>
                        <a:cubicBezTo>
                          <a:pt x="11359071" y="3572806"/>
                          <a:pt x="11274012" y="3937258"/>
                          <a:pt x="11327518" y="4154095"/>
                        </a:cubicBezTo>
                        <a:cubicBezTo>
                          <a:pt x="11381024" y="4370932"/>
                          <a:pt x="11290036" y="4655051"/>
                          <a:pt x="11327518" y="4856196"/>
                        </a:cubicBezTo>
                        <a:cubicBezTo>
                          <a:pt x="11365000" y="5057341"/>
                          <a:pt x="11326694" y="5162254"/>
                          <a:pt x="11327518" y="5265754"/>
                        </a:cubicBezTo>
                        <a:cubicBezTo>
                          <a:pt x="11328342" y="5369254"/>
                          <a:pt x="11321784" y="5710376"/>
                          <a:pt x="11327518" y="5850838"/>
                        </a:cubicBezTo>
                        <a:cubicBezTo>
                          <a:pt x="11072871" y="5862066"/>
                          <a:pt x="10962964" y="5846984"/>
                          <a:pt x="10731333" y="5850838"/>
                        </a:cubicBezTo>
                        <a:cubicBezTo>
                          <a:pt x="10499702" y="5854692"/>
                          <a:pt x="10526837" y="5846583"/>
                          <a:pt x="10361698" y="5850838"/>
                        </a:cubicBezTo>
                        <a:cubicBezTo>
                          <a:pt x="10196559" y="5855093"/>
                          <a:pt x="10057834" y="5830159"/>
                          <a:pt x="9878788" y="5850838"/>
                        </a:cubicBezTo>
                        <a:cubicBezTo>
                          <a:pt x="9699742" y="5871517"/>
                          <a:pt x="9550020" y="5787227"/>
                          <a:pt x="9282603" y="5850838"/>
                        </a:cubicBezTo>
                        <a:cubicBezTo>
                          <a:pt x="9015187" y="5914449"/>
                          <a:pt x="8809030" y="5811108"/>
                          <a:pt x="8686418" y="5850838"/>
                        </a:cubicBezTo>
                        <a:cubicBezTo>
                          <a:pt x="8563807" y="5890568"/>
                          <a:pt x="8300289" y="5835449"/>
                          <a:pt x="7976957" y="5850838"/>
                        </a:cubicBezTo>
                        <a:cubicBezTo>
                          <a:pt x="7653625" y="5866227"/>
                          <a:pt x="7763164" y="5821858"/>
                          <a:pt x="7607323" y="5850838"/>
                        </a:cubicBezTo>
                        <a:cubicBezTo>
                          <a:pt x="7451482" y="5879818"/>
                          <a:pt x="7369641" y="5823798"/>
                          <a:pt x="7237688" y="5850838"/>
                        </a:cubicBezTo>
                        <a:cubicBezTo>
                          <a:pt x="7105735" y="5877878"/>
                          <a:pt x="6614599" y="5773841"/>
                          <a:pt x="6414952" y="5850838"/>
                        </a:cubicBezTo>
                        <a:cubicBezTo>
                          <a:pt x="6215305" y="5927835"/>
                          <a:pt x="5870983" y="5845212"/>
                          <a:pt x="5592217" y="5850838"/>
                        </a:cubicBezTo>
                        <a:cubicBezTo>
                          <a:pt x="5313451" y="5856464"/>
                          <a:pt x="5130990" y="5785107"/>
                          <a:pt x="4996032" y="5850838"/>
                        </a:cubicBezTo>
                        <a:cubicBezTo>
                          <a:pt x="4861074" y="5916569"/>
                          <a:pt x="4798691" y="5847178"/>
                          <a:pt x="4739672" y="5850838"/>
                        </a:cubicBezTo>
                        <a:cubicBezTo>
                          <a:pt x="4680653" y="5854498"/>
                          <a:pt x="4582011" y="5838269"/>
                          <a:pt x="4483312" y="5850838"/>
                        </a:cubicBezTo>
                        <a:cubicBezTo>
                          <a:pt x="4384613" y="5863407"/>
                          <a:pt x="3858308" y="5760206"/>
                          <a:pt x="3660577" y="5850838"/>
                        </a:cubicBezTo>
                        <a:cubicBezTo>
                          <a:pt x="3462847" y="5941470"/>
                          <a:pt x="3331316" y="5821704"/>
                          <a:pt x="3177667" y="5850838"/>
                        </a:cubicBezTo>
                        <a:cubicBezTo>
                          <a:pt x="3024018" y="5879972"/>
                          <a:pt x="2605027" y="5800646"/>
                          <a:pt x="2354931" y="5850838"/>
                        </a:cubicBezTo>
                        <a:cubicBezTo>
                          <a:pt x="2104835" y="5901030"/>
                          <a:pt x="1968527" y="5805912"/>
                          <a:pt x="1758746" y="5850838"/>
                        </a:cubicBezTo>
                        <a:cubicBezTo>
                          <a:pt x="1548965" y="5895764"/>
                          <a:pt x="1627155" y="5831445"/>
                          <a:pt x="1502387" y="5850838"/>
                        </a:cubicBezTo>
                        <a:cubicBezTo>
                          <a:pt x="1377619" y="5870231"/>
                          <a:pt x="1243411" y="5808250"/>
                          <a:pt x="1132752" y="5850838"/>
                        </a:cubicBezTo>
                        <a:cubicBezTo>
                          <a:pt x="1022093" y="5893426"/>
                          <a:pt x="841842" y="5813802"/>
                          <a:pt x="649842" y="5850838"/>
                        </a:cubicBezTo>
                        <a:cubicBezTo>
                          <a:pt x="457842" y="5887874"/>
                          <a:pt x="316547" y="5817400"/>
                          <a:pt x="0" y="5850838"/>
                        </a:cubicBezTo>
                        <a:cubicBezTo>
                          <a:pt x="-23010" y="5667982"/>
                          <a:pt x="26371" y="5376550"/>
                          <a:pt x="0" y="5207246"/>
                        </a:cubicBezTo>
                        <a:cubicBezTo>
                          <a:pt x="-26371" y="5037942"/>
                          <a:pt x="52499" y="4836475"/>
                          <a:pt x="0" y="4680670"/>
                        </a:cubicBezTo>
                        <a:cubicBezTo>
                          <a:pt x="-52499" y="4524865"/>
                          <a:pt x="38164" y="4424291"/>
                          <a:pt x="0" y="4271112"/>
                        </a:cubicBezTo>
                        <a:cubicBezTo>
                          <a:pt x="-38164" y="4117933"/>
                          <a:pt x="13038" y="3901346"/>
                          <a:pt x="0" y="3569011"/>
                        </a:cubicBezTo>
                        <a:cubicBezTo>
                          <a:pt x="-13038" y="3236676"/>
                          <a:pt x="26246" y="3283733"/>
                          <a:pt x="0" y="3159453"/>
                        </a:cubicBezTo>
                        <a:cubicBezTo>
                          <a:pt x="-26246" y="3035173"/>
                          <a:pt x="16811" y="2759597"/>
                          <a:pt x="0" y="2574369"/>
                        </a:cubicBezTo>
                        <a:cubicBezTo>
                          <a:pt x="-16811" y="2389141"/>
                          <a:pt x="25008" y="2066581"/>
                          <a:pt x="0" y="1872268"/>
                        </a:cubicBezTo>
                        <a:cubicBezTo>
                          <a:pt x="-25008" y="1677955"/>
                          <a:pt x="19918" y="1408387"/>
                          <a:pt x="0" y="1170168"/>
                        </a:cubicBezTo>
                        <a:cubicBezTo>
                          <a:pt x="-19918" y="931949"/>
                          <a:pt x="41231" y="841743"/>
                          <a:pt x="0" y="526575"/>
                        </a:cubicBezTo>
                        <a:cubicBezTo>
                          <a:pt x="-41231" y="211407"/>
                          <a:pt x="52995" y="160001"/>
                          <a:pt x="0" y="0"/>
                        </a:cubicBezTo>
                        <a:close/>
                      </a:path>
                      <a:path w="11327518" h="5850838" stroke="0" extrusionOk="0">
                        <a:moveTo>
                          <a:pt x="0" y="0"/>
                        </a:moveTo>
                        <a:cubicBezTo>
                          <a:pt x="190339" y="-52346"/>
                          <a:pt x="344887" y="51323"/>
                          <a:pt x="482910" y="0"/>
                        </a:cubicBezTo>
                        <a:cubicBezTo>
                          <a:pt x="620933" y="-51323"/>
                          <a:pt x="675871" y="19361"/>
                          <a:pt x="739270" y="0"/>
                        </a:cubicBezTo>
                        <a:cubicBezTo>
                          <a:pt x="802669" y="-19361"/>
                          <a:pt x="1325916" y="92536"/>
                          <a:pt x="1562005" y="0"/>
                        </a:cubicBezTo>
                        <a:cubicBezTo>
                          <a:pt x="1798094" y="-92536"/>
                          <a:pt x="1929995" y="27160"/>
                          <a:pt x="2044915" y="0"/>
                        </a:cubicBezTo>
                        <a:cubicBezTo>
                          <a:pt x="2159835" y="-27160"/>
                          <a:pt x="2302190" y="26229"/>
                          <a:pt x="2527825" y="0"/>
                        </a:cubicBezTo>
                        <a:cubicBezTo>
                          <a:pt x="2753460" y="-26229"/>
                          <a:pt x="3158478" y="63046"/>
                          <a:pt x="3350561" y="0"/>
                        </a:cubicBezTo>
                        <a:cubicBezTo>
                          <a:pt x="3542644" y="-63046"/>
                          <a:pt x="3595952" y="25830"/>
                          <a:pt x="3720195" y="0"/>
                        </a:cubicBezTo>
                        <a:cubicBezTo>
                          <a:pt x="3844438" y="-25830"/>
                          <a:pt x="4252403" y="57654"/>
                          <a:pt x="4542931" y="0"/>
                        </a:cubicBezTo>
                        <a:cubicBezTo>
                          <a:pt x="4833459" y="-57654"/>
                          <a:pt x="5188070" y="23753"/>
                          <a:pt x="5365666" y="0"/>
                        </a:cubicBezTo>
                        <a:cubicBezTo>
                          <a:pt x="5543262" y="-23753"/>
                          <a:pt x="5832864" y="57122"/>
                          <a:pt x="5961852" y="0"/>
                        </a:cubicBezTo>
                        <a:cubicBezTo>
                          <a:pt x="6090840" y="-57122"/>
                          <a:pt x="6563315" y="36277"/>
                          <a:pt x="6784587" y="0"/>
                        </a:cubicBezTo>
                        <a:cubicBezTo>
                          <a:pt x="7005859" y="-36277"/>
                          <a:pt x="7061557" y="9086"/>
                          <a:pt x="7267497" y="0"/>
                        </a:cubicBezTo>
                        <a:cubicBezTo>
                          <a:pt x="7473437" y="-9086"/>
                          <a:pt x="7618214" y="16848"/>
                          <a:pt x="7750407" y="0"/>
                        </a:cubicBezTo>
                        <a:cubicBezTo>
                          <a:pt x="7882600" y="-16848"/>
                          <a:pt x="8156801" y="57895"/>
                          <a:pt x="8459867" y="0"/>
                        </a:cubicBezTo>
                        <a:cubicBezTo>
                          <a:pt x="8762933" y="-57895"/>
                          <a:pt x="8800897" y="52657"/>
                          <a:pt x="8942777" y="0"/>
                        </a:cubicBezTo>
                        <a:cubicBezTo>
                          <a:pt x="9084657" y="-52657"/>
                          <a:pt x="9551186" y="15908"/>
                          <a:pt x="9765513" y="0"/>
                        </a:cubicBezTo>
                        <a:cubicBezTo>
                          <a:pt x="9979840" y="-15908"/>
                          <a:pt x="10213960" y="26999"/>
                          <a:pt x="10588248" y="0"/>
                        </a:cubicBezTo>
                        <a:cubicBezTo>
                          <a:pt x="10962536" y="-26999"/>
                          <a:pt x="10964858" y="21158"/>
                          <a:pt x="11327518" y="0"/>
                        </a:cubicBezTo>
                        <a:cubicBezTo>
                          <a:pt x="11329404" y="204381"/>
                          <a:pt x="11289217" y="381973"/>
                          <a:pt x="11327518" y="526575"/>
                        </a:cubicBezTo>
                        <a:cubicBezTo>
                          <a:pt x="11365819" y="671178"/>
                          <a:pt x="11303432" y="760079"/>
                          <a:pt x="11327518" y="936134"/>
                        </a:cubicBezTo>
                        <a:cubicBezTo>
                          <a:pt x="11351604" y="1112189"/>
                          <a:pt x="11297919" y="1245027"/>
                          <a:pt x="11327518" y="1404201"/>
                        </a:cubicBezTo>
                        <a:cubicBezTo>
                          <a:pt x="11357117" y="1563375"/>
                          <a:pt x="11301602" y="1789758"/>
                          <a:pt x="11327518" y="2047793"/>
                        </a:cubicBezTo>
                        <a:cubicBezTo>
                          <a:pt x="11353434" y="2305828"/>
                          <a:pt x="11265423" y="2366097"/>
                          <a:pt x="11327518" y="2574369"/>
                        </a:cubicBezTo>
                        <a:cubicBezTo>
                          <a:pt x="11389613" y="2782641"/>
                          <a:pt x="11298050" y="2885977"/>
                          <a:pt x="11327518" y="3042436"/>
                        </a:cubicBezTo>
                        <a:cubicBezTo>
                          <a:pt x="11356986" y="3198895"/>
                          <a:pt x="11263295" y="3536795"/>
                          <a:pt x="11327518" y="3686028"/>
                        </a:cubicBezTo>
                        <a:cubicBezTo>
                          <a:pt x="11391741" y="3835261"/>
                          <a:pt x="11265829" y="4108878"/>
                          <a:pt x="11327518" y="4271112"/>
                        </a:cubicBezTo>
                        <a:cubicBezTo>
                          <a:pt x="11389207" y="4433346"/>
                          <a:pt x="11286850" y="4673434"/>
                          <a:pt x="11327518" y="4856196"/>
                        </a:cubicBezTo>
                        <a:cubicBezTo>
                          <a:pt x="11368186" y="5038958"/>
                          <a:pt x="11295571" y="5472768"/>
                          <a:pt x="11327518" y="5850838"/>
                        </a:cubicBezTo>
                        <a:cubicBezTo>
                          <a:pt x="11111307" y="5854150"/>
                          <a:pt x="10831911" y="5818363"/>
                          <a:pt x="10618058" y="5850838"/>
                        </a:cubicBezTo>
                        <a:cubicBezTo>
                          <a:pt x="10404205" y="5883313"/>
                          <a:pt x="10429394" y="5845042"/>
                          <a:pt x="10248423" y="5850838"/>
                        </a:cubicBezTo>
                        <a:cubicBezTo>
                          <a:pt x="10067452" y="5856634"/>
                          <a:pt x="9754262" y="5801999"/>
                          <a:pt x="9538963" y="5850838"/>
                        </a:cubicBezTo>
                        <a:cubicBezTo>
                          <a:pt x="9323664" y="5899677"/>
                          <a:pt x="9361173" y="5826118"/>
                          <a:pt x="9282603" y="5850838"/>
                        </a:cubicBezTo>
                        <a:cubicBezTo>
                          <a:pt x="9204033" y="5875558"/>
                          <a:pt x="8854828" y="5769311"/>
                          <a:pt x="8573143" y="5850838"/>
                        </a:cubicBezTo>
                        <a:cubicBezTo>
                          <a:pt x="8291458" y="5932365"/>
                          <a:pt x="8290328" y="5811605"/>
                          <a:pt x="8203508" y="5850838"/>
                        </a:cubicBezTo>
                        <a:cubicBezTo>
                          <a:pt x="8116688" y="5890071"/>
                          <a:pt x="8057882" y="5831319"/>
                          <a:pt x="7947148" y="5850838"/>
                        </a:cubicBezTo>
                        <a:cubicBezTo>
                          <a:pt x="7836414" y="5870357"/>
                          <a:pt x="7730897" y="5812334"/>
                          <a:pt x="7577513" y="5850838"/>
                        </a:cubicBezTo>
                        <a:cubicBezTo>
                          <a:pt x="7424129" y="5889342"/>
                          <a:pt x="7192735" y="5821747"/>
                          <a:pt x="6868053" y="5850838"/>
                        </a:cubicBezTo>
                        <a:cubicBezTo>
                          <a:pt x="6543371" y="5879929"/>
                          <a:pt x="6663453" y="5837340"/>
                          <a:pt x="6498418" y="5850838"/>
                        </a:cubicBezTo>
                        <a:cubicBezTo>
                          <a:pt x="6333383" y="5864336"/>
                          <a:pt x="6333602" y="5842292"/>
                          <a:pt x="6242059" y="5850838"/>
                        </a:cubicBezTo>
                        <a:cubicBezTo>
                          <a:pt x="6150516" y="5859384"/>
                          <a:pt x="6020687" y="5825363"/>
                          <a:pt x="5872424" y="5850838"/>
                        </a:cubicBezTo>
                        <a:cubicBezTo>
                          <a:pt x="5724161" y="5876313"/>
                          <a:pt x="5575375" y="5837302"/>
                          <a:pt x="5389514" y="5850838"/>
                        </a:cubicBezTo>
                        <a:cubicBezTo>
                          <a:pt x="5203653" y="5864374"/>
                          <a:pt x="4926543" y="5825923"/>
                          <a:pt x="4793329" y="5850838"/>
                        </a:cubicBezTo>
                        <a:cubicBezTo>
                          <a:pt x="4660116" y="5875753"/>
                          <a:pt x="4540325" y="5848753"/>
                          <a:pt x="4423694" y="5850838"/>
                        </a:cubicBezTo>
                        <a:cubicBezTo>
                          <a:pt x="4307063" y="5852923"/>
                          <a:pt x="3918926" y="5782362"/>
                          <a:pt x="3600958" y="5850838"/>
                        </a:cubicBezTo>
                        <a:cubicBezTo>
                          <a:pt x="3282990" y="5919314"/>
                          <a:pt x="3205131" y="5781166"/>
                          <a:pt x="3004773" y="5850838"/>
                        </a:cubicBezTo>
                        <a:cubicBezTo>
                          <a:pt x="2804415" y="5920510"/>
                          <a:pt x="2430364" y="5791142"/>
                          <a:pt x="2182038" y="5850838"/>
                        </a:cubicBezTo>
                        <a:cubicBezTo>
                          <a:pt x="1933712" y="5910534"/>
                          <a:pt x="1721636" y="5784395"/>
                          <a:pt x="1472577" y="5850838"/>
                        </a:cubicBezTo>
                        <a:cubicBezTo>
                          <a:pt x="1223518" y="5917281"/>
                          <a:pt x="1109801" y="5807946"/>
                          <a:pt x="989667" y="5850838"/>
                        </a:cubicBezTo>
                        <a:cubicBezTo>
                          <a:pt x="869533" y="5893730"/>
                          <a:pt x="205328" y="5801417"/>
                          <a:pt x="0" y="5850838"/>
                        </a:cubicBezTo>
                        <a:cubicBezTo>
                          <a:pt x="-47768" y="5640259"/>
                          <a:pt x="9501" y="5481500"/>
                          <a:pt x="0" y="5382771"/>
                        </a:cubicBezTo>
                        <a:cubicBezTo>
                          <a:pt x="-9501" y="5284042"/>
                          <a:pt x="61414" y="5039869"/>
                          <a:pt x="0" y="4797687"/>
                        </a:cubicBezTo>
                        <a:cubicBezTo>
                          <a:pt x="-61414" y="4555505"/>
                          <a:pt x="17056" y="4422475"/>
                          <a:pt x="0" y="4095587"/>
                        </a:cubicBezTo>
                        <a:cubicBezTo>
                          <a:pt x="-17056" y="3768699"/>
                          <a:pt x="35192" y="3648981"/>
                          <a:pt x="0" y="3393486"/>
                        </a:cubicBezTo>
                        <a:cubicBezTo>
                          <a:pt x="-35192" y="3137991"/>
                          <a:pt x="33394" y="3043799"/>
                          <a:pt x="0" y="2749894"/>
                        </a:cubicBezTo>
                        <a:cubicBezTo>
                          <a:pt x="-33394" y="2455989"/>
                          <a:pt x="74061" y="2397224"/>
                          <a:pt x="0" y="2106302"/>
                        </a:cubicBezTo>
                        <a:cubicBezTo>
                          <a:pt x="-74061" y="1815380"/>
                          <a:pt x="61623" y="1626672"/>
                          <a:pt x="0" y="1462710"/>
                        </a:cubicBezTo>
                        <a:cubicBezTo>
                          <a:pt x="-61623" y="1298748"/>
                          <a:pt x="8561" y="1145488"/>
                          <a:pt x="0" y="994642"/>
                        </a:cubicBezTo>
                        <a:cubicBezTo>
                          <a:pt x="-8561" y="843796"/>
                          <a:pt x="79509" y="25923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37445600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E38676A9-791B-4BB8-8F7A-AA54D281E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3471" y="534357"/>
            <a:ext cx="11205055" cy="5789278"/>
          </a:xfrm>
          <a:prstGeom prst="rect">
            <a:avLst/>
          </a:prstGeom>
          <a:ln w="76200" cmpd="thinThick">
            <a:solidFill>
              <a:schemeClr val="tx1">
                <a:lumMod val="50000"/>
                <a:lumOff val="5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327518"/>
                      <a:gd name="connsiteY0" fmla="*/ 0 h 5850838"/>
                      <a:gd name="connsiteX1" fmla="*/ 596185 w 11327518"/>
                      <a:gd name="connsiteY1" fmla="*/ 0 h 5850838"/>
                      <a:gd name="connsiteX2" fmla="*/ 852545 w 11327518"/>
                      <a:gd name="connsiteY2" fmla="*/ 0 h 5850838"/>
                      <a:gd name="connsiteX3" fmla="*/ 1562005 w 11327518"/>
                      <a:gd name="connsiteY3" fmla="*/ 0 h 5850838"/>
                      <a:gd name="connsiteX4" fmla="*/ 1818365 w 11327518"/>
                      <a:gd name="connsiteY4" fmla="*/ 0 h 5850838"/>
                      <a:gd name="connsiteX5" fmla="*/ 2414550 w 11327518"/>
                      <a:gd name="connsiteY5" fmla="*/ 0 h 5850838"/>
                      <a:gd name="connsiteX6" fmla="*/ 3237285 w 11327518"/>
                      <a:gd name="connsiteY6" fmla="*/ 0 h 5850838"/>
                      <a:gd name="connsiteX7" fmla="*/ 4060021 w 11327518"/>
                      <a:gd name="connsiteY7" fmla="*/ 0 h 5850838"/>
                      <a:gd name="connsiteX8" fmla="*/ 4769481 w 11327518"/>
                      <a:gd name="connsiteY8" fmla="*/ 0 h 5850838"/>
                      <a:gd name="connsiteX9" fmla="*/ 5252391 w 11327518"/>
                      <a:gd name="connsiteY9" fmla="*/ 0 h 5850838"/>
                      <a:gd name="connsiteX10" fmla="*/ 5508751 w 11327518"/>
                      <a:gd name="connsiteY10" fmla="*/ 0 h 5850838"/>
                      <a:gd name="connsiteX11" fmla="*/ 5991661 w 11327518"/>
                      <a:gd name="connsiteY11" fmla="*/ 0 h 5850838"/>
                      <a:gd name="connsiteX12" fmla="*/ 6701121 w 11327518"/>
                      <a:gd name="connsiteY12" fmla="*/ 0 h 5850838"/>
                      <a:gd name="connsiteX13" fmla="*/ 7523857 w 11327518"/>
                      <a:gd name="connsiteY13" fmla="*/ 0 h 5850838"/>
                      <a:gd name="connsiteX14" fmla="*/ 7780216 w 11327518"/>
                      <a:gd name="connsiteY14" fmla="*/ 0 h 5850838"/>
                      <a:gd name="connsiteX15" fmla="*/ 8036576 w 11327518"/>
                      <a:gd name="connsiteY15" fmla="*/ 0 h 5850838"/>
                      <a:gd name="connsiteX16" fmla="*/ 8859311 w 11327518"/>
                      <a:gd name="connsiteY16" fmla="*/ 0 h 5850838"/>
                      <a:gd name="connsiteX17" fmla="*/ 9115671 w 11327518"/>
                      <a:gd name="connsiteY17" fmla="*/ 0 h 5850838"/>
                      <a:gd name="connsiteX18" fmla="*/ 9711856 w 11327518"/>
                      <a:gd name="connsiteY18" fmla="*/ 0 h 5850838"/>
                      <a:gd name="connsiteX19" fmla="*/ 10081491 w 11327518"/>
                      <a:gd name="connsiteY19" fmla="*/ 0 h 5850838"/>
                      <a:gd name="connsiteX20" fmla="*/ 10451126 w 11327518"/>
                      <a:gd name="connsiteY20" fmla="*/ 0 h 5850838"/>
                      <a:gd name="connsiteX21" fmla="*/ 11327518 w 11327518"/>
                      <a:gd name="connsiteY21" fmla="*/ 0 h 5850838"/>
                      <a:gd name="connsiteX22" fmla="*/ 11327518 w 11327518"/>
                      <a:gd name="connsiteY22" fmla="*/ 468067 h 5850838"/>
                      <a:gd name="connsiteX23" fmla="*/ 11327518 w 11327518"/>
                      <a:gd name="connsiteY23" fmla="*/ 877626 h 5850838"/>
                      <a:gd name="connsiteX24" fmla="*/ 11327518 w 11327518"/>
                      <a:gd name="connsiteY24" fmla="*/ 1462710 h 5850838"/>
                      <a:gd name="connsiteX25" fmla="*/ 11327518 w 11327518"/>
                      <a:gd name="connsiteY25" fmla="*/ 1989285 h 5850838"/>
                      <a:gd name="connsiteX26" fmla="*/ 11327518 w 11327518"/>
                      <a:gd name="connsiteY26" fmla="*/ 2515860 h 5850838"/>
                      <a:gd name="connsiteX27" fmla="*/ 11327518 w 11327518"/>
                      <a:gd name="connsiteY27" fmla="*/ 3042436 h 5850838"/>
                      <a:gd name="connsiteX28" fmla="*/ 11327518 w 11327518"/>
                      <a:gd name="connsiteY28" fmla="*/ 3451994 h 5850838"/>
                      <a:gd name="connsiteX29" fmla="*/ 11327518 w 11327518"/>
                      <a:gd name="connsiteY29" fmla="*/ 4154095 h 5850838"/>
                      <a:gd name="connsiteX30" fmla="*/ 11327518 w 11327518"/>
                      <a:gd name="connsiteY30" fmla="*/ 4856196 h 5850838"/>
                      <a:gd name="connsiteX31" fmla="*/ 11327518 w 11327518"/>
                      <a:gd name="connsiteY31" fmla="*/ 5265754 h 5850838"/>
                      <a:gd name="connsiteX32" fmla="*/ 11327518 w 11327518"/>
                      <a:gd name="connsiteY32" fmla="*/ 5850838 h 5850838"/>
                      <a:gd name="connsiteX33" fmla="*/ 10731333 w 11327518"/>
                      <a:gd name="connsiteY33" fmla="*/ 5850838 h 5850838"/>
                      <a:gd name="connsiteX34" fmla="*/ 10361698 w 11327518"/>
                      <a:gd name="connsiteY34" fmla="*/ 5850838 h 5850838"/>
                      <a:gd name="connsiteX35" fmla="*/ 9878788 w 11327518"/>
                      <a:gd name="connsiteY35" fmla="*/ 5850838 h 5850838"/>
                      <a:gd name="connsiteX36" fmla="*/ 9282603 w 11327518"/>
                      <a:gd name="connsiteY36" fmla="*/ 5850838 h 5850838"/>
                      <a:gd name="connsiteX37" fmla="*/ 8686418 w 11327518"/>
                      <a:gd name="connsiteY37" fmla="*/ 5850838 h 5850838"/>
                      <a:gd name="connsiteX38" fmla="*/ 7976957 w 11327518"/>
                      <a:gd name="connsiteY38" fmla="*/ 5850838 h 5850838"/>
                      <a:gd name="connsiteX39" fmla="*/ 7607323 w 11327518"/>
                      <a:gd name="connsiteY39" fmla="*/ 5850838 h 5850838"/>
                      <a:gd name="connsiteX40" fmla="*/ 7237688 w 11327518"/>
                      <a:gd name="connsiteY40" fmla="*/ 5850838 h 5850838"/>
                      <a:gd name="connsiteX41" fmla="*/ 6414952 w 11327518"/>
                      <a:gd name="connsiteY41" fmla="*/ 5850838 h 5850838"/>
                      <a:gd name="connsiteX42" fmla="*/ 5592217 w 11327518"/>
                      <a:gd name="connsiteY42" fmla="*/ 5850838 h 5850838"/>
                      <a:gd name="connsiteX43" fmla="*/ 4996032 w 11327518"/>
                      <a:gd name="connsiteY43" fmla="*/ 5850838 h 5850838"/>
                      <a:gd name="connsiteX44" fmla="*/ 4739672 w 11327518"/>
                      <a:gd name="connsiteY44" fmla="*/ 5850838 h 5850838"/>
                      <a:gd name="connsiteX45" fmla="*/ 4483312 w 11327518"/>
                      <a:gd name="connsiteY45" fmla="*/ 5850838 h 5850838"/>
                      <a:gd name="connsiteX46" fmla="*/ 3660577 w 11327518"/>
                      <a:gd name="connsiteY46" fmla="*/ 5850838 h 5850838"/>
                      <a:gd name="connsiteX47" fmla="*/ 3177667 w 11327518"/>
                      <a:gd name="connsiteY47" fmla="*/ 5850838 h 5850838"/>
                      <a:gd name="connsiteX48" fmla="*/ 2354931 w 11327518"/>
                      <a:gd name="connsiteY48" fmla="*/ 5850838 h 5850838"/>
                      <a:gd name="connsiteX49" fmla="*/ 1758746 w 11327518"/>
                      <a:gd name="connsiteY49" fmla="*/ 5850838 h 5850838"/>
                      <a:gd name="connsiteX50" fmla="*/ 1502387 w 11327518"/>
                      <a:gd name="connsiteY50" fmla="*/ 5850838 h 5850838"/>
                      <a:gd name="connsiteX51" fmla="*/ 1132752 w 11327518"/>
                      <a:gd name="connsiteY51" fmla="*/ 5850838 h 5850838"/>
                      <a:gd name="connsiteX52" fmla="*/ 649842 w 11327518"/>
                      <a:gd name="connsiteY52" fmla="*/ 5850838 h 5850838"/>
                      <a:gd name="connsiteX53" fmla="*/ 0 w 11327518"/>
                      <a:gd name="connsiteY53" fmla="*/ 5850838 h 5850838"/>
                      <a:gd name="connsiteX54" fmla="*/ 0 w 11327518"/>
                      <a:gd name="connsiteY54" fmla="*/ 5207246 h 5850838"/>
                      <a:gd name="connsiteX55" fmla="*/ 0 w 11327518"/>
                      <a:gd name="connsiteY55" fmla="*/ 4680670 h 5850838"/>
                      <a:gd name="connsiteX56" fmla="*/ 0 w 11327518"/>
                      <a:gd name="connsiteY56" fmla="*/ 4271112 h 5850838"/>
                      <a:gd name="connsiteX57" fmla="*/ 0 w 11327518"/>
                      <a:gd name="connsiteY57" fmla="*/ 3569011 h 5850838"/>
                      <a:gd name="connsiteX58" fmla="*/ 0 w 11327518"/>
                      <a:gd name="connsiteY58" fmla="*/ 3159453 h 5850838"/>
                      <a:gd name="connsiteX59" fmla="*/ 0 w 11327518"/>
                      <a:gd name="connsiteY59" fmla="*/ 2574369 h 5850838"/>
                      <a:gd name="connsiteX60" fmla="*/ 0 w 11327518"/>
                      <a:gd name="connsiteY60" fmla="*/ 1872268 h 5850838"/>
                      <a:gd name="connsiteX61" fmla="*/ 0 w 11327518"/>
                      <a:gd name="connsiteY61" fmla="*/ 1170168 h 5850838"/>
                      <a:gd name="connsiteX62" fmla="*/ 0 w 11327518"/>
                      <a:gd name="connsiteY62" fmla="*/ 526575 h 5850838"/>
                      <a:gd name="connsiteX63" fmla="*/ 0 w 11327518"/>
                      <a:gd name="connsiteY63" fmla="*/ 0 h 58508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</a:cxnLst>
                    <a:rect l="l" t="t" r="r" b="b"/>
                    <a:pathLst>
                      <a:path w="11327518" h="5850838" fill="none" extrusionOk="0">
                        <a:moveTo>
                          <a:pt x="0" y="0"/>
                        </a:moveTo>
                        <a:cubicBezTo>
                          <a:pt x="199623" y="-38443"/>
                          <a:pt x="325669" y="57039"/>
                          <a:pt x="596185" y="0"/>
                        </a:cubicBezTo>
                        <a:cubicBezTo>
                          <a:pt x="866701" y="-57039"/>
                          <a:pt x="787814" y="30420"/>
                          <a:pt x="852545" y="0"/>
                        </a:cubicBezTo>
                        <a:cubicBezTo>
                          <a:pt x="917276" y="-30420"/>
                          <a:pt x="1407839" y="47840"/>
                          <a:pt x="1562005" y="0"/>
                        </a:cubicBezTo>
                        <a:cubicBezTo>
                          <a:pt x="1716171" y="-47840"/>
                          <a:pt x="1731284" y="20803"/>
                          <a:pt x="1818365" y="0"/>
                        </a:cubicBezTo>
                        <a:cubicBezTo>
                          <a:pt x="1905446" y="-20803"/>
                          <a:pt x="2249380" y="26975"/>
                          <a:pt x="2414550" y="0"/>
                        </a:cubicBezTo>
                        <a:cubicBezTo>
                          <a:pt x="2579720" y="-26975"/>
                          <a:pt x="2915166" y="64698"/>
                          <a:pt x="3237285" y="0"/>
                        </a:cubicBezTo>
                        <a:cubicBezTo>
                          <a:pt x="3559405" y="-64698"/>
                          <a:pt x="3882863" y="66094"/>
                          <a:pt x="4060021" y="0"/>
                        </a:cubicBezTo>
                        <a:cubicBezTo>
                          <a:pt x="4237179" y="-66094"/>
                          <a:pt x="4467026" y="6500"/>
                          <a:pt x="4769481" y="0"/>
                        </a:cubicBezTo>
                        <a:cubicBezTo>
                          <a:pt x="5071936" y="-6500"/>
                          <a:pt x="5093310" y="50141"/>
                          <a:pt x="5252391" y="0"/>
                        </a:cubicBezTo>
                        <a:cubicBezTo>
                          <a:pt x="5411472" y="-50141"/>
                          <a:pt x="5436744" y="20958"/>
                          <a:pt x="5508751" y="0"/>
                        </a:cubicBezTo>
                        <a:cubicBezTo>
                          <a:pt x="5580758" y="-20958"/>
                          <a:pt x="5871744" y="16120"/>
                          <a:pt x="5991661" y="0"/>
                        </a:cubicBezTo>
                        <a:cubicBezTo>
                          <a:pt x="6111578" y="-16120"/>
                          <a:pt x="6531829" y="10514"/>
                          <a:pt x="6701121" y="0"/>
                        </a:cubicBezTo>
                        <a:cubicBezTo>
                          <a:pt x="6870413" y="-10514"/>
                          <a:pt x="7297743" y="27207"/>
                          <a:pt x="7523857" y="0"/>
                        </a:cubicBezTo>
                        <a:cubicBezTo>
                          <a:pt x="7749971" y="-27207"/>
                          <a:pt x="7695579" y="24095"/>
                          <a:pt x="7780216" y="0"/>
                        </a:cubicBezTo>
                        <a:cubicBezTo>
                          <a:pt x="7864853" y="-24095"/>
                          <a:pt x="7908775" y="28511"/>
                          <a:pt x="8036576" y="0"/>
                        </a:cubicBezTo>
                        <a:cubicBezTo>
                          <a:pt x="8164377" y="-28511"/>
                          <a:pt x="8574440" y="58668"/>
                          <a:pt x="8859311" y="0"/>
                        </a:cubicBezTo>
                        <a:cubicBezTo>
                          <a:pt x="9144182" y="-58668"/>
                          <a:pt x="8995791" y="2810"/>
                          <a:pt x="9115671" y="0"/>
                        </a:cubicBezTo>
                        <a:cubicBezTo>
                          <a:pt x="9235551" y="-2810"/>
                          <a:pt x="9498764" y="57817"/>
                          <a:pt x="9711856" y="0"/>
                        </a:cubicBezTo>
                        <a:cubicBezTo>
                          <a:pt x="9924949" y="-57817"/>
                          <a:pt x="9902014" y="42847"/>
                          <a:pt x="10081491" y="0"/>
                        </a:cubicBezTo>
                        <a:cubicBezTo>
                          <a:pt x="10260968" y="-42847"/>
                          <a:pt x="10339792" y="22130"/>
                          <a:pt x="10451126" y="0"/>
                        </a:cubicBezTo>
                        <a:cubicBezTo>
                          <a:pt x="10562461" y="-22130"/>
                          <a:pt x="11121904" y="104730"/>
                          <a:pt x="11327518" y="0"/>
                        </a:cubicBezTo>
                        <a:cubicBezTo>
                          <a:pt x="11349373" y="158838"/>
                          <a:pt x="11271907" y="341595"/>
                          <a:pt x="11327518" y="468067"/>
                        </a:cubicBezTo>
                        <a:cubicBezTo>
                          <a:pt x="11383129" y="594539"/>
                          <a:pt x="11290595" y="699903"/>
                          <a:pt x="11327518" y="877626"/>
                        </a:cubicBezTo>
                        <a:cubicBezTo>
                          <a:pt x="11364441" y="1055349"/>
                          <a:pt x="11311139" y="1291464"/>
                          <a:pt x="11327518" y="1462710"/>
                        </a:cubicBezTo>
                        <a:cubicBezTo>
                          <a:pt x="11343897" y="1633956"/>
                          <a:pt x="11294761" y="1835313"/>
                          <a:pt x="11327518" y="1989285"/>
                        </a:cubicBezTo>
                        <a:cubicBezTo>
                          <a:pt x="11360275" y="2143258"/>
                          <a:pt x="11268549" y="2293901"/>
                          <a:pt x="11327518" y="2515860"/>
                        </a:cubicBezTo>
                        <a:cubicBezTo>
                          <a:pt x="11386487" y="2737820"/>
                          <a:pt x="11281097" y="2825914"/>
                          <a:pt x="11327518" y="3042436"/>
                        </a:cubicBezTo>
                        <a:cubicBezTo>
                          <a:pt x="11373939" y="3258958"/>
                          <a:pt x="11295965" y="3331182"/>
                          <a:pt x="11327518" y="3451994"/>
                        </a:cubicBezTo>
                        <a:cubicBezTo>
                          <a:pt x="11359071" y="3572806"/>
                          <a:pt x="11274012" y="3937258"/>
                          <a:pt x="11327518" y="4154095"/>
                        </a:cubicBezTo>
                        <a:cubicBezTo>
                          <a:pt x="11381024" y="4370932"/>
                          <a:pt x="11290036" y="4655051"/>
                          <a:pt x="11327518" y="4856196"/>
                        </a:cubicBezTo>
                        <a:cubicBezTo>
                          <a:pt x="11365000" y="5057341"/>
                          <a:pt x="11326694" y="5162254"/>
                          <a:pt x="11327518" y="5265754"/>
                        </a:cubicBezTo>
                        <a:cubicBezTo>
                          <a:pt x="11328342" y="5369254"/>
                          <a:pt x="11321784" y="5710376"/>
                          <a:pt x="11327518" y="5850838"/>
                        </a:cubicBezTo>
                        <a:cubicBezTo>
                          <a:pt x="11072871" y="5862066"/>
                          <a:pt x="10962964" y="5846984"/>
                          <a:pt x="10731333" y="5850838"/>
                        </a:cubicBezTo>
                        <a:cubicBezTo>
                          <a:pt x="10499702" y="5854692"/>
                          <a:pt x="10526837" y="5846583"/>
                          <a:pt x="10361698" y="5850838"/>
                        </a:cubicBezTo>
                        <a:cubicBezTo>
                          <a:pt x="10196559" y="5855093"/>
                          <a:pt x="10057834" y="5830159"/>
                          <a:pt x="9878788" y="5850838"/>
                        </a:cubicBezTo>
                        <a:cubicBezTo>
                          <a:pt x="9699742" y="5871517"/>
                          <a:pt x="9550020" y="5787227"/>
                          <a:pt x="9282603" y="5850838"/>
                        </a:cubicBezTo>
                        <a:cubicBezTo>
                          <a:pt x="9015187" y="5914449"/>
                          <a:pt x="8809030" y="5811108"/>
                          <a:pt x="8686418" y="5850838"/>
                        </a:cubicBezTo>
                        <a:cubicBezTo>
                          <a:pt x="8563807" y="5890568"/>
                          <a:pt x="8300289" y="5835449"/>
                          <a:pt x="7976957" y="5850838"/>
                        </a:cubicBezTo>
                        <a:cubicBezTo>
                          <a:pt x="7653625" y="5866227"/>
                          <a:pt x="7763164" y="5821858"/>
                          <a:pt x="7607323" y="5850838"/>
                        </a:cubicBezTo>
                        <a:cubicBezTo>
                          <a:pt x="7451482" y="5879818"/>
                          <a:pt x="7369641" y="5823798"/>
                          <a:pt x="7237688" y="5850838"/>
                        </a:cubicBezTo>
                        <a:cubicBezTo>
                          <a:pt x="7105735" y="5877878"/>
                          <a:pt x="6614599" y="5773841"/>
                          <a:pt x="6414952" y="5850838"/>
                        </a:cubicBezTo>
                        <a:cubicBezTo>
                          <a:pt x="6215305" y="5927835"/>
                          <a:pt x="5870983" y="5845212"/>
                          <a:pt x="5592217" y="5850838"/>
                        </a:cubicBezTo>
                        <a:cubicBezTo>
                          <a:pt x="5313451" y="5856464"/>
                          <a:pt x="5130990" y="5785107"/>
                          <a:pt x="4996032" y="5850838"/>
                        </a:cubicBezTo>
                        <a:cubicBezTo>
                          <a:pt x="4861074" y="5916569"/>
                          <a:pt x="4798691" y="5847178"/>
                          <a:pt x="4739672" y="5850838"/>
                        </a:cubicBezTo>
                        <a:cubicBezTo>
                          <a:pt x="4680653" y="5854498"/>
                          <a:pt x="4582011" y="5838269"/>
                          <a:pt x="4483312" y="5850838"/>
                        </a:cubicBezTo>
                        <a:cubicBezTo>
                          <a:pt x="4384613" y="5863407"/>
                          <a:pt x="3858308" y="5760206"/>
                          <a:pt x="3660577" y="5850838"/>
                        </a:cubicBezTo>
                        <a:cubicBezTo>
                          <a:pt x="3462847" y="5941470"/>
                          <a:pt x="3331316" y="5821704"/>
                          <a:pt x="3177667" y="5850838"/>
                        </a:cubicBezTo>
                        <a:cubicBezTo>
                          <a:pt x="3024018" y="5879972"/>
                          <a:pt x="2605027" y="5800646"/>
                          <a:pt x="2354931" y="5850838"/>
                        </a:cubicBezTo>
                        <a:cubicBezTo>
                          <a:pt x="2104835" y="5901030"/>
                          <a:pt x="1968527" y="5805912"/>
                          <a:pt x="1758746" y="5850838"/>
                        </a:cubicBezTo>
                        <a:cubicBezTo>
                          <a:pt x="1548965" y="5895764"/>
                          <a:pt x="1627155" y="5831445"/>
                          <a:pt x="1502387" y="5850838"/>
                        </a:cubicBezTo>
                        <a:cubicBezTo>
                          <a:pt x="1377619" y="5870231"/>
                          <a:pt x="1243411" y="5808250"/>
                          <a:pt x="1132752" y="5850838"/>
                        </a:cubicBezTo>
                        <a:cubicBezTo>
                          <a:pt x="1022093" y="5893426"/>
                          <a:pt x="841842" y="5813802"/>
                          <a:pt x="649842" y="5850838"/>
                        </a:cubicBezTo>
                        <a:cubicBezTo>
                          <a:pt x="457842" y="5887874"/>
                          <a:pt x="316547" y="5817400"/>
                          <a:pt x="0" y="5850838"/>
                        </a:cubicBezTo>
                        <a:cubicBezTo>
                          <a:pt x="-23010" y="5667982"/>
                          <a:pt x="26371" y="5376550"/>
                          <a:pt x="0" y="5207246"/>
                        </a:cubicBezTo>
                        <a:cubicBezTo>
                          <a:pt x="-26371" y="5037942"/>
                          <a:pt x="52499" y="4836475"/>
                          <a:pt x="0" y="4680670"/>
                        </a:cubicBezTo>
                        <a:cubicBezTo>
                          <a:pt x="-52499" y="4524865"/>
                          <a:pt x="38164" y="4424291"/>
                          <a:pt x="0" y="4271112"/>
                        </a:cubicBezTo>
                        <a:cubicBezTo>
                          <a:pt x="-38164" y="4117933"/>
                          <a:pt x="13038" y="3901346"/>
                          <a:pt x="0" y="3569011"/>
                        </a:cubicBezTo>
                        <a:cubicBezTo>
                          <a:pt x="-13038" y="3236676"/>
                          <a:pt x="26246" y="3283733"/>
                          <a:pt x="0" y="3159453"/>
                        </a:cubicBezTo>
                        <a:cubicBezTo>
                          <a:pt x="-26246" y="3035173"/>
                          <a:pt x="16811" y="2759597"/>
                          <a:pt x="0" y="2574369"/>
                        </a:cubicBezTo>
                        <a:cubicBezTo>
                          <a:pt x="-16811" y="2389141"/>
                          <a:pt x="25008" y="2066581"/>
                          <a:pt x="0" y="1872268"/>
                        </a:cubicBezTo>
                        <a:cubicBezTo>
                          <a:pt x="-25008" y="1677955"/>
                          <a:pt x="19918" y="1408387"/>
                          <a:pt x="0" y="1170168"/>
                        </a:cubicBezTo>
                        <a:cubicBezTo>
                          <a:pt x="-19918" y="931949"/>
                          <a:pt x="41231" y="841743"/>
                          <a:pt x="0" y="526575"/>
                        </a:cubicBezTo>
                        <a:cubicBezTo>
                          <a:pt x="-41231" y="211407"/>
                          <a:pt x="52995" y="160001"/>
                          <a:pt x="0" y="0"/>
                        </a:cubicBezTo>
                        <a:close/>
                      </a:path>
                      <a:path w="11327518" h="5850838" stroke="0" extrusionOk="0">
                        <a:moveTo>
                          <a:pt x="0" y="0"/>
                        </a:moveTo>
                        <a:cubicBezTo>
                          <a:pt x="190339" y="-52346"/>
                          <a:pt x="344887" y="51323"/>
                          <a:pt x="482910" y="0"/>
                        </a:cubicBezTo>
                        <a:cubicBezTo>
                          <a:pt x="620933" y="-51323"/>
                          <a:pt x="675871" y="19361"/>
                          <a:pt x="739270" y="0"/>
                        </a:cubicBezTo>
                        <a:cubicBezTo>
                          <a:pt x="802669" y="-19361"/>
                          <a:pt x="1325916" y="92536"/>
                          <a:pt x="1562005" y="0"/>
                        </a:cubicBezTo>
                        <a:cubicBezTo>
                          <a:pt x="1798094" y="-92536"/>
                          <a:pt x="1929995" y="27160"/>
                          <a:pt x="2044915" y="0"/>
                        </a:cubicBezTo>
                        <a:cubicBezTo>
                          <a:pt x="2159835" y="-27160"/>
                          <a:pt x="2302190" y="26229"/>
                          <a:pt x="2527825" y="0"/>
                        </a:cubicBezTo>
                        <a:cubicBezTo>
                          <a:pt x="2753460" y="-26229"/>
                          <a:pt x="3158478" y="63046"/>
                          <a:pt x="3350561" y="0"/>
                        </a:cubicBezTo>
                        <a:cubicBezTo>
                          <a:pt x="3542644" y="-63046"/>
                          <a:pt x="3595952" y="25830"/>
                          <a:pt x="3720195" y="0"/>
                        </a:cubicBezTo>
                        <a:cubicBezTo>
                          <a:pt x="3844438" y="-25830"/>
                          <a:pt x="4252403" y="57654"/>
                          <a:pt x="4542931" y="0"/>
                        </a:cubicBezTo>
                        <a:cubicBezTo>
                          <a:pt x="4833459" y="-57654"/>
                          <a:pt x="5188070" y="23753"/>
                          <a:pt x="5365666" y="0"/>
                        </a:cubicBezTo>
                        <a:cubicBezTo>
                          <a:pt x="5543262" y="-23753"/>
                          <a:pt x="5832864" y="57122"/>
                          <a:pt x="5961852" y="0"/>
                        </a:cubicBezTo>
                        <a:cubicBezTo>
                          <a:pt x="6090840" y="-57122"/>
                          <a:pt x="6563315" y="36277"/>
                          <a:pt x="6784587" y="0"/>
                        </a:cubicBezTo>
                        <a:cubicBezTo>
                          <a:pt x="7005859" y="-36277"/>
                          <a:pt x="7061557" y="9086"/>
                          <a:pt x="7267497" y="0"/>
                        </a:cubicBezTo>
                        <a:cubicBezTo>
                          <a:pt x="7473437" y="-9086"/>
                          <a:pt x="7618214" y="16848"/>
                          <a:pt x="7750407" y="0"/>
                        </a:cubicBezTo>
                        <a:cubicBezTo>
                          <a:pt x="7882600" y="-16848"/>
                          <a:pt x="8156801" y="57895"/>
                          <a:pt x="8459867" y="0"/>
                        </a:cubicBezTo>
                        <a:cubicBezTo>
                          <a:pt x="8762933" y="-57895"/>
                          <a:pt x="8800897" y="52657"/>
                          <a:pt x="8942777" y="0"/>
                        </a:cubicBezTo>
                        <a:cubicBezTo>
                          <a:pt x="9084657" y="-52657"/>
                          <a:pt x="9551186" y="15908"/>
                          <a:pt x="9765513" y="0"/>
                        </a:cubicBezTo>
                        <a:cubicBezTo>
                          <a:pt x="9979840" y="-15908"/>
                          <a:pt x="10213960" y="26999"/>
                          <a:pt x="10588248" y="0"/>
                        </a:cubicBezTo>
                        <a:cubicBezTo>
                          <a:pt x="10962536" y="-26999"/>
                          <a:pt x="10964858" y="21158"/>
                          <a:pt x="11327518" y="0"/>
                        </a:cubicBezTo>
                        <a:cubicBezTo>
                          <a:pt x="11329404" y="204381"/>
                          <a:pt x="11289217" y="381973"/>
                          <a:pt x="11327518" y="526575"/>
                        </a:cubicBezTo>
                        <a:cubicBezTo>
                          <a:pt x="11365819" y="671178"/>
                          <a:pt x="11303432" y="760079"/>
                          <a:pt x="11327518" y="936134"/>
                        </a:cubicBezTo>
                        <a:cubicBezTo>
                          <a:pt x="11351604" y="1112189"/>
                          <a:pt x="11297919" y="1245027"/>
                          <a:pt x="11327518" y="1404201"/>
                        </a:cubicBezTo>
                        <a:cubicBezTo>
                          <a:pt x="11357117" y="1563375"/>
                          <a:pt x="11301602" y="1789758"/>
                          <a:pt x="11327518" y="2047793"/>
                        </a:cubicBezTo>
                        <a:cubicBezTo>
                          <a:pt x="11353434" y="2305828"/>
                          <a:pt x="11265423" y="2366097"/>
                          <a:pt x="11327518" y="2574369"/>
                        </a:cubicBezTo>
                        <a:cubicBezTo>
                          <a:pt x="11389613" y="2782641"/>
                          <a:pt x="11298050" y="2885977"/>
                          <a:pt x="11327518" y="3042436"/>
                        </a:cubicBezTo>
                        <a:cubicBezTo>
                          <a:pt x="11356986" y="3198895"/>
                          <a:pt x="11263295" y="3536795"/>
                          <a:pt x="11327518" y="3686028"/>
                        </a:cubicBezTo>
                        <a:cubicBezTo>
                          <a:pt x="11391741" y="3835261"/>
                          <a:pt x="11265829" y="4108878"/>
                          <a:pt x="11327518" y="4271112"/>
                        </a:cubicBezTo>
                        <a:cubicBezTo>
                          <a:pt x="11389207" y="4433346"/>
                          <a:pt x="11286850" y="4673434"/>
                          <a:pt x="11327518" y="4856196"/>
                        </a:cubicBezTo>
                        <a:cubicBezTo>
                          <a:pt x="11368186" y="5038958"/>
                          <a:pt x="11295571" y="5472768"/>
                          <a:pt x="11327518" y="5850838"/>
                        </a:cubicBezTo>
                        <a:cubicBezTo>
                          <a:pt x="11111307" y="5854150"/>
                          <a:pt x="10831911" y="5818363"/>
                          <a:pt x="10618058" y="5850838"/>
                        </a:cubicBezTo>
                        <a:cubicBezTo>
                          <a:pt x="10404205" y="5883313"/>
                          <a:pt x="10429394" y="5845042"/>
                          <a:pt x="10248423" y="5850838"/>
                        </a:cubicBezTo>
                        <a:cubicBezTo>
                          <a:pt x="10067452" y="5856634"/>
                          <a:pt x="9754262" y="5801999"/>
                          <a:pt x="9538963" y="5850838"/>
                        </a:cubicBezTo>
                        <a:cubicBezTo>
                          <a:pt x="9323664" y="5899677"/>
                          <a:pt x="9361173" y="5826118"/>
                          <a:pt x="9282603" y="5850838"/>
                        </a:cubicBezTo>
                        <a:cubicBezTo>
                          <a:pt x="9204033" y="5875558"/>
                          <a:pt x="8854828" y="5769311"/>
                          <a:pt x="8573143" y="5850838"/>
                        </a:cubicBezTo>
                        <a:cubicBezTo>
                          <a:pt x="8291458" y="5932365"/>
                          <a:pt x="8290328" y="5811605"/>
                          <a:pt x="8203508" y="5850838"/>
                        </a:cubicBezTo>
                        <a:cubicBezTo>
                          <a:pt x="8116688" y="5890071"/>
                          <a:pt x="8057882" y="5831319"/>
                          <a:pt x="7947148" y="5850838"/>
                        </a:cubicBezTo>
                        <a:cubicBezTo>
                          <a:pt x="7836414" y="5870357"/>
                          <a:pt x="7730897" y="5812334"/>
                          <a:pt x="7577513" y="5850838"/>
                        </a:cubicBezTo>
                        <a:cubicBezTo>
                          <a:pt x="7424129" y="5889342"/>
                          <a:pt x="7192735" y="5821747"/>
                          <a:pt x="6868053" y="5850838"/>
                        </a:cubicBezTo>
                        <a:cubicBezTo>
                          <a:pt x="6543371" y="5879929"/>
                          <a:pt x="6663453" y="5837340"/>
                          <a:pt x="6498418" y="5850838"/>
                        </a:cubicBezTo>
                        <a:cubicBezTo>
                          <a:pt x="6333383" y="5864336"/>
                          <a:pt x="6333602" y="5842292"/>
                          <a:pt x="6242059" y="5850838"/>
                        </a:cubicBezTo>
                        <a:cubicBezTo>
                          <a:pt x="6150516" y="5859384"/>
                          <a:pt x="6020687" y="5825363"/>
                          <a:pt x="5872424" y="5850838"/>
                        </a:cubicBezTo>
                        <a:cubicBezTo>
                          <a:pt x="5724161" y="5876313"/>
                          <a:pt x="5575375" y="5837302"/>
                          <a:pt x="5389514" y="5850838"/>
                        </a:cubicBezTo>
                        <a:cubicBezTo>
                          <a:pt x="5203653" y="5864374"/>
                          <a:pt x="4926543" y="5825923"/>
                          <a:pt x="4793329" y="5850838"/>
                        </a:cubicBezTo>
                        <a:cubicBezTo>
                          <a:pt x="4660116" y="5875753"/>
                          <a:pt x="4540325" y="5848753"/>
                          <a:pt x="4423694" y="5850838"/>
                        </a:cubicBezTo>
                        <a:cubicBezTo>
                          <a:pt x="4307063" y="5852923"/>
                          <a:pt x="3918926" y="5782362"/>
                          <a:pt x="3600958" y="5850838"/>
                        </a:cubicBezTo>
                        <a:cubicBezTo>
                          <a:pt x="3282990" y="5919314"/>
                          <a:pt x="3205131" y="5781166"/>
                          <a:pt x="3004773" y="5850838"/>
                        </a:cubicBezTo>
                        <a:cubicBezTo>
                          <a:pt x="2804415" y="5920510"/>
                          <a:pt x="2430364" y="5791142"/>
                          <a:pt x="2182038" y="5850838"/>
                        </a:cubicBezTo>
                        <a:cubicBezTo>
                          <a:pt x="1933712" y="5910534"/>
                          <a:pt x="1721636" y="5784395"/>
                          <a:pt x="1472577" y="5850838"/>
                        </a:cubicBezTo>
                        <a:cubicBezTo>
                          <a:pt x="1223518" y="5917281"/>
                          <a:pt x="1109801" y="5807946"/>
                          <a:pt x="989667" y="5850838"/>
                        </a:cubicBezTo>
                        <a:cubicBezTo>
                          <a:pt x="869533" y="5893730"/>
                          <a:pt x="205328" y="5801417"/>
                          <a:pt x="0" y="5850838"/>
                        </a:cubicBezTo>
                        <a:cubicBezTo>
                          <a:pt x="-47768" y="5640259"/>
                          <a:pt x="9501" y="5481500"/>
                          <a:pt x="0" y="5382771"/>
                        </a:cubicBezTo>
                        <a:cubicBezTo>
                          <a:pt x="-9501" y="5284042"/>
                          <a:pt x="61414" y="5039869"/>
                          <a:pt x="0" y="4797687"/>
                        </a:cubicBezTo>
                        <a:cubicBezTo>
                          <a:pt x="-61414" y="4555505"/>
                          <a:pt x="17056" y="4422475"/>
                          <a:pt x="0" y="4095587"/>
                        </a:cubicBezTo>
                        <a:cubicBezTo>
                          <a:pt x="-17056" y="3768699"/>
                          <a:pt x="35192" y="3648981"/>
                          <a:pt x="0" y="3393486"/>
                        </a:cubicBezTo>
                        <a:cubicBezTo>
                          <a:pt x="-35192" y="3137991"/>
                          <a:pt x="33394" y="3043799"/>
                          <a:pt x="0" y="2749894"/>
                        </a:cubicBezTo>
                        <a:cubicBezTo>
                          <a:pt x="-33394" y="2455989"/>
                          <a:pt x="74061" y="2397224"/>
                          <a:pt x="0" y="2106302"/>
                        </a:cubicBezTo>
                        <a:cubicBezTo>
                          <a:pt x="-74061" y="1815380"/>
                          <a:pt x="61623" y="1626672"/>
                          <a:pt x="0" y="1462710"/>
                        </a:cubicBezTo>
                        <a:cubicBezTo>
                          <a:pt x="-61623" y="1298748"/>
                          <a:pt x="8561" y="1145488"/>
                          <a:pt x="0" y="994642"/>
                        </a:cubicBezTo>
                        <a:cubicBezTo>
                          <a:pt x="-8561" y="843796"/>
                          <a:pt x="79509" y="25923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14828677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E38676A9-791B-4BB8-8F7A-AA54D281E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3472" y="534357"/>
            <a:ext cx="11205053" cy="5789278"/>
          </a:xfrm>
          <a:prstGeom prst="rect">
            <a:avLst/>
          </a:prstGeom>
          <a:ln w="76200" cmpd="thinThick">
            <a:solidFill>
              <a:schemeClr val="tx1">
                <a:lumMod val="50000"/>
                <a:lumOff val="5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327518"/>
                      <a:gd name="connsiteY0" fmla="*/ 0 h 5850838"/>
                      <a:gd name="connsiteX1" fmla="*/ 596185 w 11327518"/>
                      <a:gd name="connsiteY1" fmla="*/ 0 h 5850838"/>
                      <a:gd name="connsiteX2" fmla="*/ 852545 w 11327518"/>
                      <a:gd name="connsiteY2" fmla="*/ 0 h 5850838"/>
                      <a:gd name="connsiteX3" fmla="*/ 1562005 w 11327518"/>
                      <a:gd name="connsiteY3" fmla="*/ 0 h 5850838"/>
                      <a:gd name="connsiteX4" fmla="*/ 1818365 w 11327518"/>
                      <a:gd name="connsiteY4" fmla="*/ 0 h 5850838"/>
                      <a:gd name="connsiteX5" fmla="*/ 2414550 w 11327518"/>
                      <a:gd name="connsiteY5" fmla="*/ 0 h 5850838"/>
                      <a:gd name="connsiteX6" fmla="*/ 3237285 w 11327518"/>
                      <a:gd name="connsiteY6" fmla="*/ 0 h 5850838"/>
                      <a:gd name="connsiteX7" fmla="*/ 4060021 w 11327518"/>
                      <a:gd name="connsiteY7" fmla="*/ 0 h 5850838"/>
                      <a:gd name="connsiteX8" fmla="*/ 4769481 w 11327518"/>
                      <a:gd name="connsiteY8" fmla="*/ 0 h 5850838"/>
                      <a:gd name="connsiteX9" fmla="*/ 5252391 w 11327518"/>
                      <a:gd name="connsiteY9" fmla="*/ 0 h 5850838"/>
                      <a:gd name="connsiteX10" fmla="*/ 5508751 w 11327518"/>
                      <a:gd name="connsiteY10" fmla="*/ 0 h 5850838"/>
                      <a:gd name="connsiteX11" fmla="*/ 5991661 w 11327518"/>
                      <a:gd name="connsiteY11" fmla="*/ 0 h 5850838"/>
                      <a:gd name="connsiteX12" fmla="*/ 6701121 w 11327518"/>
                      <a:gd name="connsiteY12" fmla="*/ 0 h 5850838"/>
                      <a:gd name="connsiteX13" fmla="*/ 7523857 w 11327518"/>
                      <a:gd name="connsiteY13" fmla="*/ 0 h 5850838"/>
                      <a:gd name="connsiteX14" fmla="*/ 7780216 w 11327518"/>
                      <a:gd name="connsiteY14" fmla="*/ 0 h 5850838"/>
                      <a:gd name="connsiteX15" fmla="*/ 8036576 w 11327518"/>
                      <a:gd name="connsiteY15" fmla="*/ 0 h 5850838"/>
                      <a:gd name="connsiteX16" fmla="*/ 8859311 w 11327518"/>
                      <a:gd name="connsiteY16" fmla="*/ 0 h 5850838"/>
                      <a:gd name="connsiteX17" fmla="*/ 9115671 w 11327518"/>
                      <a:gd name="connsiteY17" fmla="*/ 0 h 5850838"/>
                      <a:gd name="connsiteX18" fmla="*/ 9711856 w 11327518"/>
                      <a:gd name="connsiteY18" fmla="*/ 0 h 5850838"/>
                      <a:gd name="connsiteX19" fmla="*/ 10081491 w 11327518"/>
                      <a:gd name="connsiteY19" fmla="*/ 0 h 5850838"/>
                      <a:gd name="connsiteX20" fmla="*/ 10451126 w 11327518"/>
                      <a:gd name="connsiteY20" fmla="*/ 0 h 5850838"/>
                      <a:gd name="connsiteX21" fmla="*/ 11327518 w 11327518"/>
                      <a:gd name="connsiteY21" fmla="*/ 0 h 5850838"/>
                      <a:gd name="connsiteX22" fmla="*/ 11327518 w 11327518"/>
                      <a:gd name="connsiteY22" fmla="*/ 468067 h 5850838"/>
                      <a:gd name="connsiteX23" fmla="*/ 11327518 w 11327518"/>
                      <a:gd name="connsiteY23" fmla="*/ 877626 h 5850838"/>
                      <a:gd name="connsiteX24" fmla="*/ 11327518 w 11327518"/>
                      <a:gd name="connsiteY24" fmla="*/ 1462710 h 5850838"/>
                      <a:gd name="connsiteX25" fmla="*/ 11327518 w 11327518"/>
                      <a:gd name="connsiteY25" fmla="*/ 1989285 h 5850838"/>
                      <a:gd name="connsiteX26" fmla="*/ 11327518 w 11327518"/>
                      <a:gd name="connsiteY26" fmla="*/ 2515860 h 5850838"/>
                      <a:gd name="connsiteX27" fmla="*/ 11327518 w 11327518"/>
                      <a:gd name="connsiteY27" fmla="*/ 3042436 h 5850838"/>
                      <a:gd name="connsiteX28" fmla="*/ 11327518 w 11327518"/>
                      <a:gd name="connsiteY28" fmla="*/ 3451994 h 5850838"/>
                      <a:gd name="connsiteX29" fmla="*/ 11327518 w 11327518"/>
                      <a:gd name="connsiteY29" fmla="*/ 4154095 h 5850838"/>
                      <a:gd name="connsiteX30" fmla="*/ 11327518 w 11327518"/>
                      <a:gd name="connsiteY30" fmla="*/ 4856196 h 5850838"/>
                      <a:gd name="connsiteX31" fmla="*/ 11327518 w 11327518"/>
                      <a:gd name="connsiteY31" fmla="*/ 5265754 h 5850838"/>
                      <a:gd name="connsiteX32" fmla="*/ 11327518 w 11327518"/>
                      <a:gd name="connsiteY32" fmla="*/ 5850838 h 5850838"/>
                      <a:gd name="connsiteX33" fmla="*/ 10731333 w 11327518"/>
                      <a:gd name="connsiteY33" fmla="*/ 5850838 h 5850838"/>
                      <a:gd name="connsiteX34" fmla="*/ 10361698 w 11327518"/>
                      <a:gd name="connsiteY34" fmla="*/ 5850838 h 5850838"/>
                      <a:gd name="connsiteX35" fmla="*/ 9878788 w 11327518"/>
                      <a:gd name="connsiteY35" fmla="*/ 5850838 h 5850838"/>
                      <a:gd name="connsiteX36" fmla="*/ 9282603 w 11327518"/>
                      <a:gd name="connsiteY36" fmla="*/ 5850838 h 5850838"/>
                      <a:gd name="connsiteX37" fmla="*/ 8686418 w 11327518"/>
                      <a:gd name="connsiteY37" fmla="*/ 5850838 h 5850838"/>
                      <a:gd name="connsiteX38" fmla="*/ 7976957 w 11327518"/>
                      <a:gd name="connsiteY38" fmla="*/ 5850838 h 5850838"/>
                      <a:gd name="connsiteX39" fmla="*/ 7607323 w 11327518"/>
                      <a:gd name="connsiteY39" fmla="*/ 5850838 h 5850838"/>
                      <a:gd name="connsiteX40" fmla="*/ 7237688 w 11327518"/>
                      <a:gd name="connsiteY40" fmla="*/ 5850838 h 5850838"/>
                      <a:gd name="connsiteX41" fmla="*/ 6414952 w 11327518"/>
                      <a:gd name="connsiteY41" fmla="*/ 5850838 h 5850838"/>
                      <a:gd name="connsiteX42" fmla="*/ 5592217 w 11327518"/>
                      <a:gd name="connsiteY42" fmla="*/ 5850838 h 5850838"/>
                      <a:gd name="connsiteX43" fmla="*/ 4996032 w 11327518"/>
                      <a:gd name="connsiteY43" fmla="*/ 5850838 h 5850838"/>
                      <a:gd name="connsiteX44" fmla="*/ 4739672 w 11327518"/>
                      <a:gd name="connsiteY44" fmla="*/ 5850838 h 5850838"/>
                      <a:gd name="connsiteX45" fmla="*/ 4483312 w 11327518"/>
                      <a:gd name="connsiteY45" fmla="*/ 5850838 h 5850838"/>
                      <a:gd name="connsiteX46" fmla="*/ 3660577 w 11327518"/>
                      <a:gd name="connsiteY46" fmla="*/ 5850838 h 5850838"/>
                      <a:gd name="connsiteX47" fmla="*/ 3177667 w 11327518"/>
                      <a:gd name="connsiteY47" fmla="*/ 5850838 h 5850838"/>
                      <a:gd name="connsiteX48" fmla="*/ 2354931 w 11327518"/>
                      <a:gd name="connsiteY48" fmla="*/ 5850838 h 5850838"/>
                      <a:gd name="connsiteX49" fmla="*/ 1758746 w 11327518"/>
                      <a:gd name="connsiteY49" fmla="*/ 5850838 h 5850838"/>
                      <a:gd name="connsiteX50" fmla="*/ 1502387 w 11327518"/>
                      <a:gd name="connsiteY50" fmla="*/ 5850838 h 5850838"/>
                      <a:gd name="connsiteX51" fmla="*/ 1132752 w 11327518"/>
                      <a:gd name="connsiteY51" fmla="*/ 5850838 h 5850838"/>
                      <a:gd name="connsiteX52" fmla="*/ 649842 w 11327518"/>
                      <a:gd name="connsiteY52" fmla="*/ 5850838 h 5850838"/>
                      <a:gd name="connsiteX53" fmla="*/ 0 w 11327518"/>
                      <a:gd name="connsiteY53" fmla="*/ 5850838 h 5850838"/>
                      <a:gd name="connsiteX54" fmla="*/ 0 w 11327518"/>
                      <a:gd name="connsiteY54" fmla="*/ 5207246 h 5850838"/>
                      <a:gd name="connsiteX55" fmla="*/ 0 w 11327518"/>
                      <a:gd name="connsiteY55" fmla="*/ 4680670 h 5850838"/>
                      <a:gd name="connsiteX56" fmla="*/ 0 w 11327518"/>
                      <a:gd name="connsiteY56" fmla="*/ 4271112 h 5850838"/>
                      <a:gd name="connsiteX57" fmla="*/ 0 w 11327518"/>
                      <a:gd name="connsiteY57" fmla="*/ 3569011 h 5850838"/>
                      <a:gd name="connsiteX58" fmla="*/ 0 w 11327518"/>
                      <a:gd name="connsiteY58" fmla="*/ 3159453 h 5850838"/>
                      <a:gd name="connsiteX59" fmla="*/ 0 w 11327518"/>
                      <a:gd name="connsiteY59" fmla="*/ 2574369 h 5850838"/>
                      <a:gd name="connsiteX60" fmla="*/ 0 w 11327518"/>
                      <a:gd name="connsiteY60" fmla="*/ 1872268 h 5850838"/>
                      <a:gd name="connsiteX61" fmla="*/ 0 w 11327518"/>
                      <a:gd name="connsiteY61" fmla="*/ 1170168 h 5850838"/>
                      <a:gd name="connsiteX62" fmla="*/ 0 w 11327518"/>
                      <a:gd name="connsiteY62" fmla="*/ 526575 h 5850838"/>
                      <a:gd name="connsiteX63" fmla="*/ 0 w 11327518"/>
                      <a:gd name="connsiteY63" fmla="*/ 0 h 58508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</a:cxnLst>
                    <a:rect l="l" t="t" r="r" b="b"/>
                    <a:pathLst>
                      <a:path w="11327518" h="5850838" fill="none" extrusionOk="0">
                        <a:moveTo>
                          <a:pt x="0" y="0"/>
                        </a:moveTo>
                        <a:cubicBezTo>
                          <a:pt x="199623" y="-38443"/>
                          <a:pt x="325669" y="57039"/>
                          <a:pt x="596185" y="0"/>
                        </a:cubicBezTo>
                        <a:cubicBezTo>
                          <a:pt x="866701" y="-57039"/>
                          <a:pt x="787814" y="30420"/>
                          <a:pt x="852545" y="0"/>
                        </a:cubicBezTo>
                        <a:cubicBezTo>
                          <a:pt x="917276" y="-30420"/>
                          <a:pt x="1407839" y="47840"/>
                          <a:pt x="1562005" y="0"/>
                        </a:cubicBezTo>
                        <a:cubicBezTo>
                          <a:pt x="1716171" y="-47840"/>
                          <a:pt x="1731284" y="20803"/>
                          <a:pt x="1818365" y="0"/>
                        </a:cubicBezTo>
                        <a:cubicBezTo>
                          <a:pt x="1905446" y="-20803"/>
                          <a:pt x="2249380" y="26975"/>
                          <a:pt x="2414550" y="0"/>
                        </a:cubicBezTo>
                        <a:cubicBezTo>
                          <a:pt x="2579720" y="-26975"/>
                          <a:pt x="2915166" y="64698"/>
                          <a:pt x="3237285" y="0"/>
                        </a:cubicBezTo>
                        <a:cubicBezTo>
                          <a:pt x="3559405" y="-64698"/>
                          <a:pt x="3882863" y="66094"/>
                          <a:pt x="4060021" y="0"/>
                        </a:cubicBezTo>
                        <a:cubicBezTo>
                          <a:pt x="4237179" y="-66094"/>
                          <a:pt x="4467026" y="6500"/>
                          <a:pt x="4769481" y="0"/>
                        </a:cubicBezTo>
                        <a:cubicBezTo>
                          <a:pt x="5071936" y="-6500"/>
                          <a:pt x="5093310" y="50141"/>
                          <a:pt x="5252391" y="0"/>
                        </a:cubicBezTo>
                        <a:cubicBezTo>
                          <a:pt x="5411472" y="-50141"/>
                          <a:pt x="5436744" y="20958"/>
                          <a:pt x="5508751" y="0"/>
                        </a:cubicBezTo>
                        <a:cubicBezTo>
                          <a:pt x="5580758" y="-20958"/>
                          <a:pt x="5871744" y="16120"/>
                          <a:pt x="5991661" y="0"/>
                        </a:cubicBezTo>
                        <a:cubicBezTo>
                          <a:pt x="6111578" y="-16120"/>
                          <a:pt x="6531829" y="10514"/>
                          <a:pt x="6701121" y="0"/>
                        </a:cubicBezTo>
                        <a:cubicBezTo>
                          <a:pt x="6870413" y="-10514"/>
                          <a:pt x="7297743" y="27207"/>
                          <a:pt x="7523857" y="0"/>
                        </a:cubicBezTo>
                        <a:cubicBezTo>
                          <a:pt x="7749971" y="-27207"/>
                          <a:pt x="7695579" y="24095"/>
                          <a:pt x="7780216" y="0"/>
                        </a:cubicBezTo>
                        <a:cubicBezTo>
                          <a:pt x="7864853" y="-24095"/>
                          <a:pt x="7908775" y="28511"/>
                          <a:pt x="8036576" y="0"/>
                        </a:cubicBezTo>
                        <a:cubicBezTo>
                          <a:pt x="8164377" y="-28511"/>
                          <a:pt x="8574440" y="58668"/>
                          <a:pt x="8859311" y="0"/>
                        </a:cubicBezTo>
                        <a:cubicBezTo>
                          <a:pt x="9144182" y="-58668"/>
                          <a:pt x="8995791" y="2810"/>
                          <a:pt x="9115671" y="0"/>
                        </a:cubicBezTo>
                        <a:cubicBezTo>
                          <a:pt x="9235551" y="-2810"/>
                          <a:pt x="9498764" y="57817"/>
                          <a:pt x="9711856" y="0"/>
                        </a:cubicBezTo>
                        <a:cubicBezTo>
                          <a:pt x="9924949" y="-57817"/>
                          <a:pt x="9902014" y="42847"/>
                          <a:pt x="10081491" y="0"/>
                        </a:cubicBezTo>
                        <a:cubicBezTo>
                          <a:pt x="10260968" y="-42847"/>
                          <a:pt x="10339792" y="22130"/>
                          <a:pt x="10451126" y="0"/>
                        </a:cubicBezTo>
                        <a:cubicBezTo>
                          <a:pt x="10562461" y="-22130"/>
                          <a:pt x="11121904" y="104730"/>
                          <a:pt x="11327518" y="0"/>
                        </a:cubicBezTo>
                        <a:cubicBezTo>
                          <a:pt x="11349373" y="158838"/>
                          <a:pt x="11271907" y="341595"/>
                          <a:pt x="11327518" y="468067"/>
                        </a:cubicBezTo>
                        <a:cubicBezTo>
                          <a:pt x="11383129" y="594539"/>
                          <a:pt x="11290595" y="699903"/>
                          <a:pt x="11327518" y="877626"/>
                        </a:cubicBezTo>
                        <a:cubicBezTo>
                          <a:pt x="11364441" y="1055349"/>
                          <a:pt x="11311139" y="1291464"/>
                          <a:pt x="11327518" y="1462710"/>
                        </a:cubicBezTo>
                        <a:cubicBezTo>
                          <a:pt x="11343897" y="1633956"/>
                          <a:pt x="11294761" y="1835313"/>
                          <a:pt x="11327518" y="1989285"/>
                        </a:cubicBezTo>
                        <a:cubicBezTo>
                          <a:pt x="11360275" y="2143258"/>
                          <a:pt x="11268549" y="2293901"/>
                          <a:pt x="11327518" y="2515860"/>
                        </a:cubicBezTo>
                        <a:cubicBezTo>
                          <a:pt x="11386487" y="2737820"/>
                          <a:pt x="11281097" y="2825914"/>
                          <a:pt x="11327518" y="3042436"/>
                        </a:cubicBezTo>
                        <a:cubicBezTo>
                          <a:pt x="11373939" y="3258958"/>
                          <a:pt x="11295965" y="3331182"/>
                          <a:pt x="11327518" y="3451994"/>
                        </a:cubicBezTo>
                        <a:cubicBezTo>
                          <a:pt x="11359071" y="3572806"/>
                          <a:pt x="11274012" y="3937258"/>
                          <a:pt x="11327518" y="4154095"/>
                        </a:cubicBezTo>
                        <a:cubicBezTo>
                          <a:pt x="11381024" y="4370932"/>
                          <a:pt x="11290036" y="4655051"/>
                          <a:pt x="11327518" y="4856196"/>
                        </a:cubicBezTo>
                        <a:cubicBezTo>
                          <a:pt x="11365000" y="5057341"/>
                          <a:pt x="11326694" y="5162254"/>
                          <a:pt x="11327518" y="5265754"/>
                        </a:cubicBezTo>
                        <a:cubicBezTo>
                          <a:pt x="11328342" y="5369254"/>
                          <a:pt x="11321784" y="5710376"/>
                          <a:pt x="11327518" y="5850838"/>
                        </a:cubicBezTo>
                        <a:cubicBezTo>
                          <a:pt x="11072871" y="5862066"/>
                          <a:pt x="10962964" y="5846984"/>
                          <a:pt x="10731333" y="5850838"/>
                        </a:cubicBezTo>
                        <a:cubicBezTo>
                          <a:pt x="10499702" y="5854692"/>
                          <a:pt x="10526837" y="5846583"/>
                          <a:pt x="10361698" y="5850838"/>
                        </a:cubicBezTo>
                        <a:cubicBezTo>
                          <a:pt x="10196559" y="5855093"/>
                          <a:pt x="10057834" y="5830159"/>
                          <a:pt x="9878788" y="5850838"/>
                        </a:cubicBezTo>
                        <a:cubicBezTo>
                          <a:pt x="9699742" y="5871517"/>
                          <a:pt x="9550020" y="5787227"/>
                          <a:pt x="9282603" y="5850838"/>
                        </a:cubicBezTo>
                        <a:cubicBezTo>
                          <a:pt x="9015187" y="5914449"/>
                          <a:pt x="8809030" y="5811108"/>
                          <a:pt x="8686418" y="5850838"/>
                        </a:cubicBezTo>
                        <a:cubicBezTo>
                          <a:pt x="8563807" y="5890568"/>
                          <a:pt x="8300289" y="5835449"/>
                          <a:pt x="7976957" y="5850838"/>
                        </a:cubicBezTo>
                        <a:cubicBezTo>
                          <a:pt x="7653625" y="5866227"/>
                          <a:pt x="7763164" y="5821858"/>
                          <a:pt x="7607323" y="5850838"/>
                        </a:cubicBezTo>
                        <a:cubicBezTo>
                          <a:pt x="7451482" y="5879818"/>
                          <a:pt x="7369641" y="5823798"/>
                          <a:pt x="7237688" y="5850838"/>
                        </a:cubicBezTo>
                        <a:cubicBezTo>
                          <a:pt x="7105735" y="5877878"/>
                          <a:pt x="6614599" y="5773841"/>
                          <a:pt x="6414952" y="5850838"/>
                        </a:cubicBezTo>
                        <a:cubicBezTo>
                          <a:pt x="6215305" y="5927835"/>
                          <a:pt x="5870983" y="5845212"/>
                          <a:pt x="5592217" y="5850838"/>
                        </a:cubicBezTo>
                        <a:cubicBezTo>
                          <a:pt x="5313451" y="5856464"/>
                          <a:pt x="5130990" y="5785107"/>
                          <a:pt x="4996032" y="5850838"/>
                        </a:cubicBezTo>
                        <a:cubicBezTo>
                          <a:pt x="4861074" y="5916569"/>
                          <a:pt x="4798691" y="5847178"/>
                          <a:pt x="4739672" y="5850838"/>
                        </a:cubicBezTo>
                        <a:cubicBezTo>
                          <a:pt x="4680653" y="5854498"/>
                          <a:pt x="4582011" y="5838269"/>
                          <a:pt x="4483312" y="5850838"/>
                        </a:cubicBezTo>
                        <a:cubicBezTo>
                          <a:pt x="4384613" y="5863407"/>
                          <a:pt x="3858308" y="5760206"/>
                          <a:pt x="3660577" y="5850838"/>
                        </a:cubicBezTo>
                        <a:cubicBezTo>
                          <a:pt x="3462847" y="5941470"/>
                          <a:pt x="3331316" y="5821704"/>
                          <a:pt x="3177667" y="5850838"/>
                        </a:cubicBezTo>
                        <a:cubicBezTo>
                          <a:pt x="3024018" y="5879972"/>
                          <a:pt x="2605027" y="5800646"/>
                          <a:pt x="2354931" y="5850838"/>
                        </a:cubicBezTo>
                        <a:cubicBezTo>
                          <a:pt x="2104835" y="5901030"/>
                          <a:pt x="1968527" y="5805912"/>
                          <a:pt x="1758746" y="5850838"/>
                        </a:cubicBezTo>
                        <a:cubicBezTo>
                          <a:pt x="1548965" y="5895764"/>
                          <a:pt x="1627155" y="5831445"/>
                          <a:pt x="1502387" y="5850838"/>
                        </a:cubicBezTo>
                        <a:cubicBezTo>
                          <a:pt x="1377619" y="5870231"/>
                          <a:pt x="1243411" y="5808250"/>
                          <a:pt x="1132752" y="5850838"/>
                        </a:cubicBezTo>
                        <a:cubicBezTo>
                          <a:pt x="1022093" y="5893426"/>
                          <a:pt x="841842" y="5813802"/>
                          <a:pt x="649842" y="5850838"/>
                        </a:cubicBezTo>
                        <a:cubicBezTo>
                          <a:pt x="457842" y="5887874"/>
                          <a:pt x="316547" y="5817400"/>
                          <a:pt x="0" y="5850838"/>
                        </a:cubicBezTo>
                        <a:cubicBezTo>
                          <a:pt x="-23010" y="5667982"/>
                          <a:pt x="26371" y="5376550"/>
                          <a:pt x="0" y="5207246"/>
                        </a:cubicBezTo>
                        <a:cubicBezTo>
                          <a:pt x="-26371" y="5037942"/>
                          <a:pt x="52499" y="4836475"/>
                          <a:pt x="0" y="4680670"/>
                        </a:cubicBezTo>
                        <a:cubicBezTo>
                          <a:pt x="-52499" y="4524865"/>
                          <a:pt x="38164" y="4424291"/>
                          <a:pt x="0" y="4271112"/>
                        </a:cubicBezTo>
                        <a:cubicBezTo>
                          <a:pt x="-38164" y="4117933"/>
                          <a:pt x="13038" y="3901346"/>
                          <a:pt x="0" y="3569011"/>
                        </a:cubicBezTo>
                        <a:cubicBezTo>
                          <a:pt x="-13038" y="3236676"/>
                          <a:pt x="26246" y="3283733"/>
                          <a:pt x="0" y="3159453"/>
                        </a:cubicBezTo>
                        <a:cubicBezTo>
                          <a:pt x="-26246" y="3035173"/>
                          <a:pt x="16811" y="2759597"/>
                          <a:pt x="0" y="2574369"/>
                        </a:cubicBezTo>
                        <a:cubicBezTo>
                          <a:pt x="-16811" y="2389141"/>
                          <a:pt x="25008" y="2066581"/>
                          <a:pt x="0" y="1872268"/>
                        </a:cubicBezTo>
                        <a:cubicBezTo>
                          <a:pt x="-25008" y="1677955"/>
                          <a:pt x="19918" y="1408387"/>
                          <a:pt x="0" y="1170168"/>
                        </a:cubicBezTo>
                        <a:cubicBezTo>
                          <a:pt x="-19918" y="931949"/>
                          <a:pt x="41231" y="841743"/>
                          <a:pt x="0" y="526575"/>
                        </a:cubicBezTo>
                        <a:cubicBezTo>
                          <a:pt x="-41231" y="211407"/>
                          <a:pt x="52995" y="160001"/>
                          <a:pt x="0" y="0"/>
                        </a:cubicBezTo>
                        <a:close/>
                      </a:path>
                      <a:path w="11327518" h="5850838" stroke="0" extrusionOk="0">
                        <a:moveTo>
                          <a:pt x="0" y="0"/>
                        </a:moveTo>
                        <a:cubicBezTo>
                          <a:pt x="190339" y="-52346"/>
                          <a:pt x="344887" y="51323"/>
                          <a:pt x="482910" y="0"/>
                        </a:cubicBezTo>
                        <a:cubicBezTo>
                          <a:pt x="620933" y="-51323"/>
                          <a:pt x="675871" y="19361"/>
                          <a:pt x="739270" y="0"/>
                        </a:cubicBezTo>
                        <a:cubicBezTo>
                          <a:pt x="802669" y="-19361"/>
                          <a:pt x="1325916" y="92536"/>
                          <a:pt x="1562005" y="0"/>
                        </a:cubicBezTo>
                        <a:cubicBezTo>
                          <a:pt x="1798094" y="-92536"/>
                          <a:pt x="1929995" y="27160"/>
                          <a:pt x="2044915" y="0"/>
                        </a:cubicBezTo>
                        <a:cubicBezTo>
                          <a:pt x="2159835" y="-27160"/>
                          <a:pt x="2302190" y="26229"/>
                          <a:pt x="2527825" y="0"/>
                        </a:cubicBezTo>
                        <a:cubicBezTo>
                          <a:pt x="2753460" y="-26229"/>
                          <a:pt x="3158478" y="63046"/>
                          <a:pt x="3350561" y="0"/>
                        </a:cubicBezTo>
                        <a:cubicBezTo>
                          <a:pt x="3542644" y="-63046"/>
                          <a:pt x="3595952" y="25830"/>
                          <a:pt x="3720195" y="0"/>
                        </a:cubicBezTo>
                        <a:cubicBezTo>
                          <a:pt x="3844438" y="-25830"/>
                          <a:pt x="4252403" y="57654"/>
                          <a:pt x="4542931" y="0"/>
                        </a:cubicBezTo>
                        <a:cubicBezTo>
                          <a:pt x="4833459" y="-57654"/>
                          <a:pt x="5188070" y="23753"/>
                          <a:pt x="5365666" y="0"/>
                        </a:cubicBezTo>
                        <a:cubicBezTo>
                          <a:pt x="5543262" y="-23753"/>
                          <a:pt x="5832864" y="57122"/>
                          <a:pt x="5961852" y="0"/>
                        </a:cubicBezTo>
                        <a:cubicBezTo>
                          <a:pt x="6090840" y="-57122"/>
                          <a:pt x="6563315" y="36277"/>
                          <a:pt x="6784587" y="0"/>
                        </a:cubicBezTo>
                        <a:cubicBezTo>
                          <a:pt x="7005859" y="-36277"/>
                          <a:pt x="7061557" y="9086"/>
                          <a:pt x="7267497" y="0"/>
                        </a:cubicBezTo>
                        <a:cubicBezTo>
                          <a:pt x="7473437" y="-9086"/>
                          <a:pt x="7618214" y="16848"/>
                          <a:pt x="7750407" y="0"/>
                        </a:cubicBezTo>
                        <a:cubicBezTo>
                          <a:pt x="7882600" y="-16848"/>
                          <a:pt x="8156801" y="57895"/>
                          <a:pt x="8459867" y="0"/>
                        </a:cubicBezTo>
                        <a:cubicBezTo>
                          <a:pt x="8762933" y="-57895"/>
                          <a:pt x="8800897" y="52657"/>
                          <a:pt x="8942777" y="0"/>
                        </a:cubicBezTo>
                        <a:cubicBezTo>
                          <a:pt x="9084657" y="-52657"/>
                          <a:pt x="9551186" y="15908"/>
                          <a:pt x="9765513" y="0"/>
                        </a:cubicBezTo>
                        <a:cubicBezTo>
                          <a:pt x="9979840" y="-15908"/>
                          <a:pt x="10213960" y="26999"/>
                          <a:pt x="10588248" y="0"/>
                        </a:cubicBezTo>
                        <a:cubicBezTo>
                          <a:pt x="10962536" y="-26999"/>
                          <a:pt x="10964858" y="21158"/>
                          <a:pt x="11327518" y="0"/>
                        </a:cubicBezTo>
                        <a:cubicBezTo>
                          <a:pt x="11329404" y="204381"/>
                          <a:pt x="11289217" y="381973"/>
                          <a:pt x="11327518" y="526575"/>
                        </a:cubicBezTo>
                        <a:cubicBezTo>
                          <a:pt x="11365819" y="671178"/>
                          <a:pt x="11303432" y="760079"/>
                          <a:pt x="11327518" y="936134"/>
                        </a:cubicBezTo>
                        <a:cubicBezTo>
                          <a:pt x="11351604" y="1112189"/>
                          <a:pt x="11297919" y="1245027"/>
                          <a:pt x="11327518" y="1404201"/>
                        </a:cubicBezTo>
                        <a:cubicBezTo>
                          <a:pt x="11357117" y="1563375"/>
                          <a:pt x="11301602" y="1789758"/>
                          <a:pt x="11327518" y="2047793"/>
                        </a:cubicBezTo>
                        <a:cubicBezTo>
                          <a:pt x="11353434" y="2305828"/>
                          <a:pt x="11265423" y="2366097"/>
                          <a:pt x="11327518" y="2574369"/>
                        </a:cubicBezTo>
                        <a:cubicBezTo>
                          <a:pt x="11389613" y="2782641"/>
                          <a:pt x="11298050" y="2885977"/>
                          <a:pt x="11327518" y="3042436"/>
                        </a:cubicBezTo>
                        <a:cubicBezTo>
                          <a:pt x="11356986" y="3198895"/>
                          <a:pt x="11263295" y="3536795"/>
                          <a:pt x="11327518" y="3686028"/>
                        </a:cubicBezTo>
                        <a:cubicBezTo>
                          <a:pt x="11391741" y="3835261"/>
                          <a:pt x="11265829" y="4108878"/>
                          <a:pt x="11327518" y="4271112"/>
                        </a:cubicBezTo>
                        <a:cubicBezTo>
                          <a:pt x="11389207" y="4433346"/>
                          <a:pt x="11286850" y="4673434"/>
                          <a:pt x="11327518" y="4856196"/>
                        </a:cubicBezTo>
                        <a:cubicBezTo>
                          <a:pt x="11368186" y="5038958"/>
                          <a:pt x="11295571" y="5472768"/>
                          <a:pt x="11327518" y="5850838"/>
                        </a:cubicBezTo>
                        <a:cubicBezTo>
                          <a:pt x="11111307" y="5854150"/>
                          <a:pt x="10831911" y="5818363"/>
                          <a:pt x="10618058" y="5850838"/>
                        </a:cubicBezTo>
                        <a:cubicBezTo>
                          <a:pt x="10404205" y="5883313"/>
                          <a:pt x="10429394" y="5845042"/>
                          <a:pt x="10248423" y="5850838"/>
                        </a:cubicBezTo>
                        <a:cubicBezTo>
                          <a:pt x="10067452" y="5856634"/>
                          <a:pt x="9754262" y="5801999"/>
                          <a:pt x="9538963" y="5850838"/>
                        </a:cubicBezTo>
                        <a:cubicBezTo>
                          <a:pt x="9323664" y="5899677"/>
                          <a:pt x="9361173" y="5826118"/>
                          <a:pt x="9282603" y="5850838"/>
                        </a:cubicBezTo>
                        <a:cubicBezTo>
                          <a:pt x="9204033" y="5875558"/>
                          <a:pt x="8854828" y="5769311"/>
                          <a:pt x="8573143" y="5850838"/>
                        </a:cubicBezTo>
                        <a:cubicBezTo>
                          <a:pt x="8291458" y="5932365"/>
                          <a:pt x="8290328" y="5811605"/>
                          <a:pt x="8203508" y="5850838"/>
                        </a:cubicBezTo>
                        <a:cubicBezTo>
                          <a:pt x="8116688" y="5890071"/>
                          <a:pt x="8057882" y="5831319"/>
                          <a:pt x="7947148" y="5850838"/>
                        </a:cubicBezTo>
                        <a:cubicBezTo>
                          <a:pt x="7836414" y="5870357"/>
                          <a:pt x="7730897" y="5812334"/>
                          <a:pt x="7577513" y="5850838"/>
                        </a:cubicBezTo>
                        <a:cubicBezTo>
                          <a:pt x="7424129" y="5889342"/>
                          <a:pt x="7192735" y="5821747"/>
                          <a:pt x="6868053" y="5850838"/>
                        </a:cubicBezTo>
                        <a:cubicBezTo>
                          <a:pt x="6543371" y="5879929"/>
                          <a:pt x="6663453" y="5837340"/>
                          <a:pt x="6498418" y="5850838"/>
                        </a:cubicBezTo>
                        <a:cubicBezTo>
                          <a:pt x="6333383" y="5864336"/>
                          <a:pt x="6333602" y="5842292"/>
                          <a:pt x="6242059" y="5850838"/>
                        </a:cubicBezTo>
                        <a:cubicBezTo>
                          <a:pt x="6150516" y="5859384"/>
                          <a:pt x="6020687" y="5825363"/>
                          <a:pt x="5872424" y="5850838"/>
                        </a:cubicBezTo>
                        <a:cubicBezTo>
                          <a:pt x="5724161" y="5876313"/>
                          <a:pt x="5575375" y="5837302"/>
                          <a:pt x="5389514" y="5850838"/>
                        </a:cubicBezTo>
                        <a:cubicBezTo>
                          <a:pt x="5203653" y="5864374"/>
                          <a:pt x="4926543" y="5825923"/>
                          <a:pt x="4793329" y="5850838"/>
                        </a:cubicBezTo>
                        <a:cubicBezTo>
                          <a:pt x="4660116" y="5875753"/>
                          <a:pt x="4540325" y="5848753"/>
                          <a:pt x="4423694" y="5850838"/>
                        </a:cubicBezTo>
                        <a:cubicBezTo>
                          <a:pt x="4307063" y="5852923"/>
                          <a:pt x="3918926" y="5782362"/>
                          <a:pt x="3600958" y="5850838"/>
                        </a:cubicBezTo>
                        <a:cubicBezTo>
                          <a:pt x="3282990" y="5919314"/>
                          <a:pt x="3205131" y="5781166"/>
                          <a:pt x="3004773" y="5850838"/>
                        </a:cubicBezTo>
                        <a:cubicBezTo>
                          <a:pt x="2804415" y="5920510"/>
                          <a:pt x="2430364" y="5791142"/>
                          <a:pt x="2182038" y="5850838"/>
                        </a:cubicBezTo>
                        <a:cubicBezTo>
                          <a:pt x="1933712" y="5910534"/>
                          <a:pt x="1721636" y="5784395"/>
                          <a:pt x="1472577" y="5850838"/>
                        </a:cubicBezTo>
                        <a:cubicBezTo>
                          <a:pt x="1223518" y="5917281"/>
                          <a:pt x="1109801" y="5807946"/>
                          <a:pt x="989667" y="5850838"/>
                        </a:cubicBezTo>
                        <a:cubicBezTo>
                          <a:pt x="869533" y="5893730"/>
                          <a:pt x="205328" y="5801417"/>
                          <a:pt x="0" y="5850838"/>
                        </a:cubicBezTo>
                        <a:cubicBezTo>
                          <a:pt x="-47768" y="5640259"/>
                          <a:pt x="9501" y="5481500"/>
                          <a:pt x="0" y="5382771"/>
                        </a:cubicBezTo>
                        <a:cubicBezTo>
                          <a:pt x="-9501" y="5284042"/>
                          <a:pt x="61414" y="5039869"/>
                          <a:pt x="0" y="4797687"/>
                        </a:cubicBezTo>
                        <a:cubicBezTo>
                          <a:pt x="-61414" y="4555505"/>
                          <a:pt x="17056" y="4422475"/>
                          <a:pt x="0" y="4095587"/>
                        </a:cubicBezTo>
                        <a:cubicBezTo>
                          <a:pt x="-17056" y="3768699"/>
                          <a:pt x="35192" y="3648981"/>
                          <a:pt x="0" y="3393486"/>
                        </a:cubicBezTo>
                        <a:cubicBezTo>
                          <a:pt x="-35192" y="3137991"/>
                          <a:pt x="33394" y="3043799"/>
                          <a:pt x="0" y="2749894"/>
                        </a:cubicBezTo>
                        <a:cubicBezTo>
                          <a:pt x="-33394" y="2455989"/>
                          <a:pt x="74061" y="2397224"/>
                          <a:pt x="0" y="2106302"/>
                        </a:cubicBezTo>
                        <a:cubicBezTo>
                          <a:pt x="-74061" y="1815380"/>
                          <a:pt x="61623" y="1626672"/>
                          <a:pt x="0" y="1462710"/>
                        </a:cubicBezTo>
                        <a:cubicBezTo>
                          <a:pt x="-61623" y="1298748"/>
                          <a:pt x="8561" y="1145488"/>
                          <a:pt x="0" y="994642"/>
                        </a:cubicBezTo>
                        <a:cubicBezTo>
                          <a:pt x="-8561" y="843796"/>
                          <a:pt x="79509" y="25923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31331132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E38676A9-791B-4BB8-8F7A-AA54D281E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3472" y="534357"/>
            <a:ext cx="11205053" cy="5789277"/>
          </a:xfrm>
          <a:prstGeom prst="rect">
            <a:avLst/>
          </a:prstGeom>
          <a:ln w="76200" cmpd="thinThick">
            <a:solidFill>
              <a:schemeClr val="tx1">
                <a:lumMod val="50000"/>
                <a:lumOff val="5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327518"/>
                      <a:gd name="connsiteY0" fmla="*/ 0 h 5850838"/>
                      <a:gd name="connsiteX1" fmla="*/ 596185 w 11327518"/>
                      <a:gd name="connsiteY1" fmla="*/ 0 h 5850838"/>
                      <a:gd name="connsiteX2" fmla="*/ 852545 w 11327518"/>
                      <a:gd name="connsiteY2" fmla="*/ 0 h 5850838"/>
                      <a:gd name="connsiteX3" fmla="*/ 1562005 w 11327518"/>
                      <a:gd name="connsiteY3" fmla="*/ 0 h 5850838"/>
                      <a:gd name="connsiteX4" fmla="*/ 1818365 w 11327518"/>
                      <a:gd name="connsiteY4" fmla="*/ 0 h 5850838"/>
                      <a:gd name="connsiteX5" fmla="*/ 2414550 w 11327518"/>
                      <a:gd name="connsiteY5" fmla="*/ 0 h 5850838"/>
                      <a:gd name="connsiteX6" fmla="*/ 3237285 w 11327518"/>
                      <a:gd name="connsiteY6" fmla="*/ 0 h 5850838"/>
                      <a:gd name="connsiteX7" fmla="*/ 4060021 w 11327518"/>
                      <a:gd name="connsiteY7" fmla="*/ 0 h 5850838"/>
                      <a:gd name="connsiteX8" fmla="*/ 4769481 w 11327518"/>
                      <a:gd name="connsiteY8" fmla="*/ 0 h 5850838"/>
                      <a:gd name="connsiteX9" fmla="*/ 5252391 w 11327518"/>
                      <a:gd name="connsiteY9" fmla="*/ 0 h 5850838"/>
                      <a:gd name="connsiteX10" fmla="*/ 5508751 w 11327518"/>
                      <a:gd name="connsiteY10" fmla="*/ 0 h 5850838"/>
                      <a:gd name="connsiteX11" fmla="*/ 5991661 w 11327518"/>
                      <a:gd name="connsiteY11" fmla="*/ 0 h 5850838"/>
                      <a:gd name="connsiteX12" fmla="*/ 6701121 w 11327518"/>
                      <a:gd name="connsiteY12" fmla="*/ 0 h 5850838"/>
                      <a:gd name="connsiteX13" fmla="*/ 7523857 w 11327518"/>
                      <a:gd name="connsiteY13" fmla="*/ 0 h 5850838"/>
                      <a:gd name="connsiteX14" fmla="*/ 7780216 w 11327518"/>
                      <a:gd name="connsiteY14" fmla="*/ 0 h 5850838"/>
                      <a:gd name="connsiteX15" fmla="*/ 8036576 w 11327518"/>
                      <a:gd name="connsiteY15" fmla="*/ 0 h 5850838"/>
                      <a:gd name="connsiteX16" fmla="*/ 8859311 w 11327518"/>
                      <a:gd name="connsiteY16" fmla="*/ 0 h 5850838"/>
                      <a:gd name="connsiteX17" fmla="*/ 9115671 w 11327518"/>
                      <a:gd name="connsiteY17" fmla="*/ 0 h 5850838"/>
                      <a:gd name="connsiteX18" fmla="*/ 9711856 w 11327518"/>
                      <a:gd name="connsiteY18" fmla="*/ 0 h 5850838"/>
                      <a:gd name="connsiteX19" fmla="*/ 10081491 w 11327518"/>
                      <a:gd name="connsiteY19" fmla="*/ 0 h 5850838"/>
                      <a:gd name="connsiteX20" fmla="*/ 10451126 w 11327518"/>
                      <a:gd name="connsiteY20" fmla="*/ 0 h 5850838"/>
                      <a:gd name="connsiteX21" fmla="*/ 11327518 w 11327518"/>
                      <a:gd name="connsiteY21" fmla="*/ 0 h 5850838"/>
                      <a:gd name="connsiteX22" fmla="*/ 11327518 w 11327518"/>
                      <a:gd name="connsiteY22" fmla="*/ 468067 h 5850838"/>
                      <a:gd name="connsiteX23" fmla="*/ 11327518 w 11327518"/>
                      <a:gd name="connsiteY23" fmla="*/ 877626 h 5850838"/>
                      <a:gd name="connsiteX24" fmla="*/ 11327518 w 11327518"/>
                      <a:gd name="connsiteY24" fmla="*/ 1462710 h 5850838"/>
                      <a:gd name="connsiteX25" fmla="*/ 11327518 w 11327518"/>
                      <a:gd name="connsiteY25" fmla="*/ 1989285 h 5850838"/>
                      <a:gd name="connsiteX26" fmla="*/ 11327518 w 11327518"/>
                      <a:gd name="connsiteY26" fmla="*/ 2515860 h 5850838"/>
                      <a:gd name="connsiteX27" fmla="*/ 11327518 w 11327518"/>
                      <a:gd name="connsiteY27" fmla="*/ 3042436 h 5850838"/>
                      <a:gd name="connsiteX28" fmla="*/ 11327518 w 11327518"/>
                      <a:gd name="connsiteY28" fmla="*/ 3451994 h 5850838"/>
                      <a:gd name="connsiteX29" fmla="*/ 11327518 w 11327518"/>
                      <a:gd name="connsiteY29" fmla="*/ 4154095 h 5850838"/>
                      <a:gd name="connsiteX30" fmla="*/ 11327518 w 11327518"/>
                      <a:gd name="connsiteY30" fmla="*/ 4856196 h 5850838"/>
                      <a:gd name="connsiteX31" fmla="*/ 11327518 w 11327518"/>
                      <a:gd name="connsiteY31" fmla="*/ 5265754 h 5850838"/>
                      <a:gd name="connsiteX32" fmla="*/ 11327518 w 11327518"/>
                      <a:gd name="connsiteY32" fmla="*/ 5850838 h 5850838"/>
                      <a:gd name="connsiteX33" fmla="*/ 10731333 w 11327518"/>
                      <a:gd name="connsiteY33" fmla="*/ 5850838 h 5850838"/>
                      <a:gd name="connsiteX34" fmla="*/ 10361698 w 11327518"/>
                      <a:gd name="connsiteY34" fmla="*/ 5850838 h 5850838"/>
                      <a:gd name="connsiteX35" fmla="*/ 9878788 w 11327518"/>
                      <a:gd name="connsiteY35" fmla="*/ 5850838 h 5850838"/>
                      <a:gd name="connsiteX36" fmla="*/ 9282603 w 11327518"/>
                      <a:gd name="connsiteY36" fmla="*/ 5850838 h 5850838"/>
                      <a:gd name="connsiteX37" fmla="*/ 8686418 w 11327518"/>
                      <a:gd name="connsiteY37" fmla="*/ 5850838 h 5850838"/>
                      <a:gd name="connsiteX38" fmla="*/ 7976957 w 11327518"/>
                      <a:gd name="connsiteY38" fmla="*/ 5850838 h 5850838"/>
                      <a:gd name="connsiteX39" fmla="*/ 7607323 w 11327518"/>
                      <a:gd name="connsiteY39" fmla="*/ 5850838 h 5850838"/>
                      <a:gd name="connsiteX40" fmla="*/ 7237688 w 11327518"/>
                      <a:gd name="connsiteY40" fmla="*/ 5850838 h 5850838"/>
                      <a:gd name="connsiteX41" fmla="*/ 6414952 w 11327518"/>
                      <a:gd name="connsiteY41" fmla="*/ 5850838 h 5850838"/>
                      <a:gd name="connsiteX42" fmla="*/ 5592217 w 11327518"/>
                      <a:gd name="connsiteY42" fmla="*/ 5850838 h 5850838"/>
                      <a:gd name="connsiteX43" fmla="*/ 4996032 w 11327518"/>
                      <a:gd name="connsiteY43" fmla="*/ 5850838 h 5850838"/>
                      <a:gd name="connsiteX44" fmla="*/ 4739672 w 11327518"/>
                      <a:gd name="connsiteY44" fmla="*/ 5850838 h 5850838"/>
                      <a:gd name="connsiteX45" fmla="*/ 4483312 w 11327518"/>
                      <a:gd name="connsiteY45" fmla="*/ 5850838 h 5850838"/>
                      <a:gd name="connsiteX46" fmla="*/ 3660577 w 11327518"/>
                      <a:gd name="connsiteY46" fmla="*/ 5850838 h 5850838"/>
                      <a:gd name="connsiteX47" fmla="*/ 3177667 w 11327518"/>
                      <a:gd name="connsiteY47" fmla="*/ 5850838 h 5850838"/>
                      <a:gd name="connsiteX48" fmla="*/ 2354931 w 11327518"/>
                      <a:gd name="connsiteY48" fmla="*/ 5850838 h 5850838"/>
                      <a:gd name="connsiteX49" fmla="*/ 1758746 w 11327518"/>
                      <a:gd name="connsiteY49" fmla="*/ 5850838 h 5850838"/>
                      <a:gd name="connsiteX50" fmla="*/ 1502387 w 11327518"/>
                      <a:gd name="connsiteY50" fmla="*/ 5850838 h 5850838"/>
                      <a:gd name="connsiteX51" fmla="*/ 1132752 w 11327518"/>
                      <a:gd name="connsiteY51" fmla="*/ 5850838 h 5850838"/>
                      <a:gd name="connsiteX52" fmla="*/ 649842 w 11327518"/>
                      <a:gd name="connsiteY52" fmla="*/ 5850838 h 5850838"/>
                      <a:gd name="connsiteX53" fmla="*/ 0 w 11327518"/>
                      <a:gd name="connsiteY53" fmla="*/ 5850838 h 5850838"/>
                      <a:gd name="connsiteX54" fmla="*/ 0 w 11327518"/>
                      <a:gd name="connsiteY54" fmla="*/ 5207246 h 5850838"/>
                      <a:gd name="connsiteX55" fmla="*/ 0 w 11327518"/>
                      <a:gd name="connsiteY55" fmla="*/ 4680670 h 5850838"/>
                      <a:gd name="connsiteX56" fmla="*/ 0 w 11327518"/>
                      <a:gd name="connsiteY56" fmla="*/ 4271112 h 5850838"/>
                      <a:gd name="connsiteX57" fmla="*/ 0 w 11327518"/>
                      <a:gd name="connsiteY57" fmla="*/ 3569011 h 5850838"/>
                      <a:gd name="connsiteX58" fmla="*/ 0 w 11327518"/>
                      <a:gd name="connsiteY58" fmla="*/ 3159453 h 5850838"/>
                      <a:gd name="connsiteX59" fmla="*/ 0 w 11327518"/>
                      <a:gd name="connsiteY59" fmla="*/ 2574369 h 5850838"/>
                      <a:gd name="connsiteX60" fmla="*/ 0 w 11327518"/>
                      <a:gd name="connsiteY60" fmla="*/ 1872268 h 5850838"/>
                      <a:gd name="connsiteX61" fmla="*/ 0 w 11327518"/>
                      <a:gd name="connsiteY61" fmla="*/ 1170168 h 5850838"/>
                      <a:gd name="connsiteX62" fmla="*/ 0 w 11327518"/>
                      <a:gd name="connsiteY62" fmla="*/ 526575 h 5850838"/>
                      <a:gd name="connsiteX63" fmla="*/ 0 w 11327518"/>
                      <a:gd name="connsiteY63" fmla="*/ 0 h 58508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</a:cxnLst>
                    <a:rect l="l" t="t" r="r" b="b"/>
                    <a:pathLst>
                      <a:path w="11327518" h="5850838" fill="none" extrusionOk="0">
                        <a:moveTo>
                          <a:pt x="0" y="0"/>
                        </a:moveTo>
                        <a:cubicBezTo>
                          <a:pt x="199623" y="-38443"/>
                          <a:pt x="325669" y="57039"/>
                          <a:pt x="596185" y="0"/>
                        </a:cubicBezTo>
                        <a:cubicBezTo>
                          <a:pt x="866701" y="-57039"/>
                          <a:pt x="787814" y="30420"/>
                          <a:pt x="852545" y="0"/>
                        </a:cubicBezTo>
                        <a:cubicBezTo>
                          <a:pt x="917276" y="-30420"/>
                          <a:pt x="1407839" y="47840"/>
                          <a:pt x="1562005" y="0"/>
                        </a:cubicBezTo>
                        <a:cubicBezTo>
                          <a:pt x="1716171" y="-47840"/>
                          <a:pt x="1731284" y="20803"/>
                          <a:pt x="1818365" y="0"/>
                        </a:cubicBezTo>
                        <a:cubicBezTo>
                          <a:pt x="1905446" y="-20803"/>
                          <a:pt x="2249380" y="26975"/>
                          <a:pt x="2414550" y="0"/>
                        </a:cubicBezTo>
                        <a:cubicBezTo>
                          <a:pt x="2579720" y="-26975"/>
                          <a:pt x="2915166" y="64698"/>
                          <a:pt x="3237285" y="0"/>
                        </a:cubicBezTo>
                        <a:cubicBezTo>
                          <a:pt x="3559405" y="-64698"/>
                          <a:pt x="3882863" y="66094"/>
                          <a:pt x="4060021" y="0"/>
                        </a:cubicBezTo>
                        <a:cubicBezTo>
                          <a:pt x="4237179" y="-66094"/>
                          <a:pt x="4467026" y="6500"/>
                          <a:pt x="4769481" y="0"/>
                        </a:cubicBezTo>
                        <a:cubicBezTo>
                          <a:pt x="5071936" y="-6500"/>
                          <a:pt x="5093310" y="50141"/>
                          <a:pt x="5252391" y="0"/>
                        </a:cubicBezTo>
                        <a:cubicBezTo>
                          <a:pt x="5411472" y="-50141"/>
                          <a:pt x="5436744" y="20958"/>
                          <a:pt x="5508751" y="0"/>
                        </a:cubicBezTo>
                        <a:cubicBezTo>
                          <a:pt x="5580758" y="-20958"/>
                          <a:pt x="5871744" y="16120"/>
                          <a:pt x="5991661" y="0"/>
                        </a:cubicBezTo>
                        <a:cubicBezTo>
                          <a:pt x="6111578" y="-16120"/>
                          <a:pt x="6531829" y="10514"/>
                          <a:pt x="6701121" y="0"/>
                        </a:cubicBezTo>
                        <a:cubicBezTo>
                          <a:pt x="6870413" y="-10514"/>
                          <a:pt x="7297743" y="27207"/>
                          <a:pt x="7523857" y="0"/>
                        </a:cubicBezTo>
                        <a:cubicBezTo>
                          <a:pt x="7749971" y="-27207"/>
                          <a:pt x="7695579" y="24095"/>
                          <a:pt x="7780216" y="0"/>
                        </a:cubicBezTo>
                        <a:cubicBezTo>
                          <a:pt x="7864853" y="-24095"/>
                          <a:pt x="7908775" y="28511"/>
                          <a:pt x="8036576" y="0"/>
                        </a:cubicBezTo>
                        <a:cubicBezTo>
                          <a:pt x="8164377" y="-28511"/>
                          <a:pt x="8574440" y="58668"/>
                          <a:pt x="8859311" y="0"/>
                        </a:cubicBezTo>
                        <a:cubicBezTo>
                          <a:pt x="9144182" y="-58668"/>
                          <a:pt x="8995791" y="2810"/>
                          <a:pt x="9115671" y="0"/>
                        </a:cubicBezTo>
                        <a:cubicBezTo>
                          <a:pt x="9235551" y="-2810"/>
                          <a:pt x="9498764" y="57817"/>
                          <a:pt x="9711856" y="0"/>
                        </a:cubicBezTo>
                        <a:cubicBezTo>
                          <a:pt x="9924949" y="-57817"/>
                          <a:pt x="9902014" y="42847"/>
                          <a:pt x="10081491" y="0"/>
                        </a:cubicBezTo>
                        <a:cubicBezTo>
                          <a:pt x="10260968" y="-42847"/>
                          <a:pt x="10339792" y="22130"/>
                          <a:pt x="10451126" y="0"/>
                        </a:cubicBezTo>
                        <a:cubicBezTo>
                          <a:pt x="10562461" y="-22130"/>
                          <a:pt x="11121904" y="104730"/>
                          <a:pt x="11327518" y="0"/>
                        </a:cubicBezTo>
                        <a:cubicBezTo>
                          <a:pt x="11349373" y="158838"/>
                          <a:pt x="11271907" y="341595"/>
                          <a:pt x="11327518" y="468067"/>
                        </a:cubicBezTo>
                        <a:cubicBezTo>
                          <a:pt x="11383129" y="594539"/>
                          <a:pt x="11290595" y="699903"/>
                          <a:pt x="11327518" y="877626"/>
                        </a:cubicBezTo>
                        <a:cubicBezTo>
                          <a:pt x="11364441" y="1055349"/>
                          <a:pt x="11311139" y="1291464"/>
                          <a:pt x="11327518" y="1462710"/>
                        </a:cubicBezTo>
                        <a:cubicBezTo>
                          <a:pt x="11343897" y="1633956"/>
                          <a:pt x="11294761" y="1835313"/>
                          <a:pt x="11327518" y="1989285"/>
                        </a:cubicBezTo>
                        <a:cubicBezTo>
                          <a:pt x="11360275" y="2143258"/>
                          <a:pt x="11268549" y="2293901"/>
                          <a:pt x="11327518" y="2515860"/>
                        </a:cubicBezTo>
                        <a:cubicBezTo>
                          <a:pt x="11386487" y="2737820"/>
                          <a:pt x="11281097" y="2825914"/>
                          <a:pt x="11327518" y="3042436"/>
                        </a:cubicBezTo>
                        <a:cubicBezTo>
                          <a:pt x="11373939" y="3258958"/>
                          <a:pt x="11295965" y="3331182"/>
                          <a:pt x="11327518" y="3451994"/>
                        </a:cubicBezTo>
                        <a:cubicBezTo>
                          <a:pt x="11359071" y="3572806"/>
                          <a:pt x="11274012" y="3937258"/>
                          <a:pt x="11327518" y="4154095"/>
                        </a:cubicBezTo>
                        <a:cubicBezTo>
                          <a:pt x="11381024" y="4370932"/>
                          <a:pt x="11290036" y="4655051"/>
                          <a:pt x="11327518" y="4856196"/>
                        </a:cubicBezTo>
                        <a:cubicBezTo>
                          <a:pt x="11365000" y="5057341"/>
                          <a:pt x="11326694" y="5162254"/>
                          <a:pt x="11327518" y="5265754"/>
                        </a:cubicBezTo>
                        <a:cubicBezTo>
                          <a:pt x="11328342" y="5369254"/>
                          <a:pt x="11321784" y="5710376"/>
                          <a:pt x="11327518" y="5850838"/>
                        </a:cubicBezTo>
                        <a:cubicBezTo>
                          <a:pt x="11072871" y="5862066"/>
                          <a:pt x="10962964" y="5846984"/>
                          <a:pt x="10731333" y="5850838"/>
                        </a:cubicBezTo>
                        <a:cubicBezTo>
                          <a:pt x="10499702" y="5854692"/>
                          <a:pt x="10526837" y="5846583"/>
                          <a:pt x="10361698" y="5850838"/>
                        </a:cubicBezTo>
                        <a:cubicBezTo>
                          <a:pt x="10196559" y="5855093"/>
                          <a:pt x="10057834" y="5830159"/>
                          <a:pt x="9878788" y="5850838"/>
                        </a:cubicBezTo>
                        <a:cubicBezTo>
                          <a:pt x="9699742" y="5871517"/>
                          <a:pt x="9550020" y="5787227"/>
                          <a:pt x="9282603" y="5850838"/>
                        </a:cubicBezTo>
                        <a:cubicBezTo>
                          <a:pt x="9015187" y="5914449"/>
                          <a:pt x="8809030" y="5811108"/>
                          <a:pt x="8686418" y="5850838"/>
                        </a:cubicBezTo>
                        <a:cubicBezTo>
                          <a:pt x="8563807" y="5890568"/>
                          <a:pt x="8300289" y="5835449"/>
                          <a:pt x="7976957" y="5850838"/>
                        </a:cubicBezTo>
                        <a:cubicBezTo>
                          <a:pt x="7653625" y="5866227"/>
                          <a:pt x="7763164" y="5821858"/>
                          <a:pt x="7607323" y="5850838"/>
                        </a:cubicBezTo>
                        <a:cubicBezTo>
                          <a:pt x="7451482" y="5879818"/>
                          <a:pt x="7369641" y="5823798"/>
                          <a:pt x="7237688" y="5850838"/>
                        </a:cubicBezTo>
                        <a:cubicBezTo>
                          <a:pt x="7105735" y="5877878"/>
                          <a:pt x="6614599" y="5773841"/>
                          <a:pt x="6414952" y="5850838"/>
                        </a:cubicBezTo>
                        <a:cubicBezTo>
                          <a:pt x="6215305" y="5927835"/>
                          <a:pt x="5870983" y="5845212"/>
                          <a:pt x="5592217" y="5850838"/>
                        </a:cubicBezTo>
                        <a:cubicBezTo>
                          <a:pt x="5313451" y="5856464"/>
                          <a:pt x="5130990" y="5785107"/>
                          <a:pt x="4996032" y="5850838"/>
                        </a:cubicBezTo>
                        <a:cubicBezTo>
                          <a:pt x="4861074" y="5916569"/>
                          <a:pt x="4798691" y="5847178"/>
                          <a:pt x="4739672" y="5850838"/>
                        </a:cubicBezTo>
                        <a:cubicBezTo>
                          <a:pt x="4680653" y="5854498"/>
                          <a:pt x="4582011" y="5838269"/>
                          <a:pt x="4483312" y="5850838"/>
                        </a:cubicBezTo>
                        <a:cubicBezTo>
                          <a:pt x="4384613" y="5863407"/>
                          <a:pt x="3858308" y="5760206"/>
                          <a:pt x="3660577" y="5850838"/>
                        </a:cubicBezTo>
                        <a:cubicBezTo>
                          <a:pt x="3462847" y="5941470"/>
                          <a:pt x="3331316" y="5821704"/>
                          <a:pt x="3177667" y="5850838"/>
                        </a:cubicBezTo>
                        <a:cubicBezTo>
                          <a:pt x="3024018" y="5879972"/>
                          <a:pt x="2605027" y="5800646"/>
                          <a:pt x="2354931" y="5850838"/>
                        </a:cubicBezTo>
                        <a:cubicBezTo>
                          <a:pt x="2104835" y="5901030"/>
                          <a:pt x="1968527" y="5805912"/>
                          <a:pt x="1758746" y="5850838"/>
                        </a:cubicBezTo>
                        <a:cubicBezTo>
                          <a:pt x="1548965" y="5895764"/>
                          <a:pt x="1627155" y="5831445"/>
                          <a:pt x="1502387" y="5850838"/>
                        </a:cubicBezTo>
                        <a:cubicBezTo>
                          <a:pt x="1377619" y="5870231"/>
                          <a:pt x="1243411" y="5808250"/>
                          <a:pt x="1132752" y="5850838"/>
                        </a:cubicBezTo>
                        <a:cubicBezTo>
                          <a:pt x="1022093" y="5893426"/>
                          <a:pt x="841842" y="5813802"/>
                          <a:pt x="649842" y="5850838"/>
                        </a:cubicBezTo>
                        <a:cubicBezTo>
                          <a:pt x="457842" y="5887874"/>
                          <a:pt x="316547" y="5817400"/>
                          <a:pt x="0" y="5850838"/>
                        </a:cubicBezTo>
                        <a:cubicBezTo>
                          <a:pt x="-23010" y="5667982"/>
                          <a:pt x="26371" y="5376550"/>
                          <a:pt x="0" y="5207246"/>
                        </a:cubicBezTo>
                        <a:cubicBezTo>
                          <a:pt x="-26371" y="5037942"/>
                          <a:pt x="52499" y="4836475"/>
                          <a:pt x="0" y="4680670"/>
                        </a:cubicBezTo>
                        <a:cubicBezTo>
                          <a:pt x="-52499" y="4524865"/>
                          <a:pt x="38164" y="4424291"/>
                          <a:pt x="0" y="4271112"/>
                        </a:cubicBezTo>
                        <a:cubicBezTo>
                          <a:pt x="-38164" y="4117933"/>
                          <a:pt x="13038" y="3901346"/>
                          <a:pt x="0" y="3569011"/>
                        </a:cubicBezTo>
                        <a:cubicBezTo>
                          <a:pt x="-13038" y="3236676"/>
                          <a:pt x="26246" y="3283733"/>
                          <a:pt x="0" y="3159453"/>
                        </a:cubicBezTo>
                        <a:cubicBezTo>
                          <a:pt x="-26246" y="3035173"/>
                          <a:pt x="16811" y="2759597"/>
                          <a:pt x="0" y="2574369"/>
                        </a:cubicBezTo>
                        <a:cubicBezTo>
                          <a:pt x="-16811" y="2389141"/>
                          <a:pt x="25008" y="2066581"/>
                          <a:pt x="0" y="1872268"/>
                        </a:cubicBezTo>
                        <a:cubicBezTo>
                          <a:pt x="-25008" y="1677955"/>
                          <a:pt x="19918" y="1408387"/>
                          <a:pt x="0" y="1170168"/>
                        </a:cubicBezTo>
                        <a:cubicBezTo>
                          <a:pt x="-19918" y="931949"/>
                          <a:pt x="41231" y="841743"/>
                          <a:pt x="0" y="526575"/>
                        </a:cubicBezTo>
                        <a:cubicBezTo>
                          <a:pt x="-41231" y="211407"/>
                          <a:pt x="52995" y="160001"/>
                          <a:pt x="0" y="0"/>
                        </a:cubicBezTo>
                        <a:close/>
                      </a:path>
                      <a:path w="11327518" h="5850838" stroke="0" extrusionOk="0">
                        <a:moveTo>
                          <a:pt x="0" y="0"/>
                        </a:moveTo>
                        <a:cubicBezTo>
                          <a:pt x="190339" y="-52346"/>
                          <a:pt x="344887" y="51323"/>
                          <a:pt x="482910" y="0"/>
                        </a:cubicBezTo>
                        <a:cubicBezTo>
                          <a:pt x="620933" y="-51323"/>
                          <a:pt x="675871" y="19361"/>
                          <a:pt x="739270" y="0"/>
                        </a:cubicBezTo>
                        <a:cubicBezTo>
                          <a:pt x="802669" y="-19361"/>
                          <a:pt x="1325916" y="92536"/>
                          <a:pt x="1562005" y="0"/>
                        </a:cubicBezTo>
                        <a:cubicBezTo>
                          <a:pt x="1798094" y="-92536"/>
                          <a:pt x="1929995" y="27160"/>
                          <a:pt x="2044915" y="0"/>
                        </a:cubicBezTo>
                        <a:cubicBezTo>
                          <a:pt x="2159835" y="-27160"/>
                          <a:pt x="2302190" y="26229"/>
                          <a:pt x="2527825" y="0"/>
                        </a:cubicBezTo>
                        <a:cubicBezTo>
                          <a:pt x="2753460" y="-26229"/>
                          <a:pt x="3158478" y="63046"/>
                          <a:pt x="3350561" y="0"/>
                        </a:cubicBezTo>
                        <a:cubicBezTo>
                          <a:pt x="3542644" y="-63046"/>
                          <a:pt x="3595952" y="25830"/>
                          <a:pt x="3720195" y="0"/>
                        </a:cubicBezTo>
                        <a:cubicBezTo>
                          <a:pt x="3844438" y="-25830"/>
                          <a:pt x="4252403" y="57654"/>
                          <a:pt x="4542931" y="0"/>
                        </a:cubicBezTo>
                        <a:cubicBezTo>
                          <a:pt x="4833459" y="-57654"/>
                          <a:pt x="5188070" y="23753"/>
                          <a:pt x="5365666" y="0"/>
                        </a:cubicBezTo>
                        <a:cubicBezTo>
                          <a:pt x="5543262" y="-23753"/>
                          <a:pt x="5832864" y="57122"/>
                          <a:pt x="5961852" y="0"/>
                        </a:cubicBezTo>
                        <a:cubicBezTo>
                          <a:pt x="6090840" y="-57122"/>
                          <a:pt x="6563315" y="36277"/>
                          <a:pt x="6784587" y="0"/>
                        </a:cubicBezTo>
                        <a:cubicBezTo>
                          <a:pt x="7005859" y="-36277"/>
                          <a:pt x="7061557" y="9086"/>
                          <a:pt x="7267497" y="0"/>
                        </a:cubicBezTo>
                        <a:cubicBezTo>
                          <a:pt x="7473437" y="-9086"/>
                          <a:pt x="7618214" y="16848"/>
                          <a:pt x="7750407" y="0"/>
                        </a:cubicBezTo>
                        <a:cubicBezTo>
                          <a:pt x="7882600" y="-16848"/>
                          <a:pt x="8156801" y="57895"/>
                          <a:pt x="8459867" y="0"/>
                        </a:cubicBezTo>
                        <a:cubicBezTo>
                          <a:pt x="8762933" y="-57895"/>
                          <a:pt x="8800897" y="52657"/>
                          <a:pt x="8942777" y="0"/>
                        </a:cubicBezTo>
                        <a:cubicBezTo>
                          <a:pt x="9084657" y="-52657"/>
                          <a:pt x="9551186" y="15908"/>
                          <a:pt x="9765513" y="0"/>
                        </a:cubicBezTo>
                        <a:cubicBezTo>
                          <a:pt x="9979840" y="-15908"/>
                          <a:pt x="10213960" y="26999"/>
                          <a:pt x="10588248" y="0"/>
                        </a:cubicBezTo>
                        <a:cubicBezTo>
                          <a:pt x="10962536" y="-26999"/>
                          <a:pt x="10964858" y="21158"/>
                          <a:pt x="11327518" y="0"/>
                        </a:cubicBezTo>
                        <a:cubicBezTo>
                          <a:pt x="11329404" y="204381"/>
                          <a:pt x="11289217" y="381973"/>
                          <a:pt x="11327518" y="526575"/>
                        </a:cubicBezTo>
                        <a:cubicBezTo>
                          <a:pt x="11365819" y="671178"/>
                          <a:pt x="11303432" y="760079"/>
                          <a:pt x="11327518" y="936134"/>
                        </a:cubicBezTo>
                        <a:cubicBezTo>
                          <a:pt x="11351604" y="1112189"/>
                          <a:pt x="11297919" y="1245027"/>
                          <a:pt x="11327518" y="1404201"/>
                        </a:cubicBezTo>
                        <a:cubicBezTo>
                          <a:pt x="11357117" y="1563375"/>
                          <a:pt x="11301602" y="1789758"/>
                          <a:pt x="11327518" y="2047793"/>
                        </a:cubicBezTo>
                        <a:cubicBezTo>
                          <a:pt x="11353434" y="2305828"/>
                          <a:pt x="11265423" y="2366097"/>
                          <a:pt x="11327518" y="2574369"/>
                        </a:cubicBezTo>
                        <a:cubicBezTo>
                          <a:pt x="11389613" y="2782641"/>
                          <a:pt x="11298050" y="2885977"/>
                          <a:pt x="11327518" y="3042436"/>
                        </a:cubicBezTo>
                        <a:cubicBezTo>
                          <a:pt x="11356986" y="3198895"/>
                          <a:pt x="11263295" y="3536795"/>
                          <a:pt x="11327518" y="3686028"/>
                        </a:cubicBezTo>
                        <a:cubicBezTo>
                          <a:pt x="11391741" y="3835261"/>
                          <a:pt x="11265829" y="4108878"/>
                          <a:pt x="11327518" y="4271112"/>
                        </a:cubicBezTo>
                        <a:cubicBezTo>
                          <a:pt x="11389207" y="4433346"/>
                          <a:pt x="11286850" y="4673434"/>
                          <a:pt x="11327518" y="4856196"/>
                        </a:cubicBezTo>
                        <a:cubicBezTo>
                          <a:pt x="11368186" y="5038958"/>
                          <a:pt x="11295571" y="5472768"/>
                          <a:pt x="11327518" y="5850838"/>
                        </a:cubicBezTo>
                        <a:cubicBezTo>
                          <a:pt x="11111307" y="5854150"/>
                          <a:pt x="10831911" y="5818363"/>
                          <a:pt x="10618058" y="5850838"/>
                        </a:cubicBezTo>
                        <a:cubicBezTo>
                          <a:pt x="10404205" y="5883313"/>
                          <a:pt x="10429394" y="5845042"/>
                          <a:pt x="10248423" y="5850838"/>
                        </a:cubicBezTo>
                        <a:cubicBezTo>
                          <a:pt x="10067452" y="5856634"/>
                          <a:pt x="9754262" y="5801999"/>
                          <a:pt x="9538963" y="5850838"/>
                        </a:cubicBezTo>
                        <a:cubicBezTo>
                          <a:pt x="9323664" y="5899677"/>
                          <a:pt x="9361173" y="5826118"/>
                          <a:pt x="9282603" y="5850838"/>
                        </a:cubicBezTo>
                        <a:cubicBezTo>
                          <a:pt x="9204033" y="5875558"/>
                          <a:pt x="8854828" y="5769311"/>
                          <a:pt x="8573143" y="5850838"/>
                        </a:cubicBezTo>
                        <a:cubicBezTo>
                          <a:pt x="8291458" y="5932365"/>
                          <a:pt x="8290328" y="5811605"/>
                          <a:pt x="8203508" y="5850838"/>
                        </a:cubicBezTo>
                        <a:cubicBezTo>
                          <a:pt x="8116688" y="5890071"/>
                          <a:pt x="8057882" y="5831319"/>
                          <a:pt x="7947148" y="5850838"/>
                        </a:cubicBezTo>
                        <a:cubicBezTo>
                          <a:pt x="7836414" y="5870357"/>
                          <a:pt x="7730897" y="5812334"/>
                          <a:pt x="7577513" y="5850838"/>
                        </a:cubicBezTo>
                        <a:cubicBezTo>
                          <a:pt x="7424129" y="5889342"/>
                          <a:pt x="7192735" y="5821747"/>
                          <a:pt x="6868053" y="5850838"/>
                        </a:cubicBezTo>
                        <a:cubicBezTo>
                          <a:pt x="6543371" y="5879929"/>
                          <a:pt x="6663453" y="5837340"/>
                          <a:pt x="6498418" y="5850838"/>
                        </a:cubicBezTo>
                        <a:cubicBezTo>
                          <a:pt x="6333383" y="5864336"/>
                          <a:pt x="6333602" y="5842292"/>
                          <a:pt x="6242059" y="5850838"/>
                        </a:cubicBezTo>
                        <a:cubicBezTo>
                          <a:pt x="6150516" y="5859384"/>
                          <a:pt x="6020687" y="5825363"/>
                          <a:pt x="5872424" y="5850838"/>
                        </a:cubicBezTo>
                        <a:cubicBezTo>
                          <a:pt x="5724161" y="5876313"/>
                          <a:pt x="5575375" y="5837302"/>
                          <a:pt x="5389514" y="5850838"/>
                        </a:cubicBezTo>
                        <a:cubicBezTo>
                          <a:pt x="5203653" y="5864374"/>
                          <a:pt x="4926543" y="5825923"/>
                          <a:pt x="4793329" y="5850838"/>
                        </a:cubicBezTo>
                        <a:cubicBezTo>
                          <a:pt x="4660116" y="5875753"/>
                          <a:pt x="4540325" y="5848753"/>
                          <a:pt x="4423694" y="5850838"/>
                        </a:cubicBezTo>
                        <a:cubicBezTo>
                          <a:pt x="4307063" y="5852923"/>
                          <a:pt x="3918926" y="5782362"/>
                          <a:pt x="3600958" y="5850838"/>
                        </a:cubicBezTo>
                        <a:cubicBezTo>
                          <a:pt x="3282990" y="5919314"/>
                          <a:pt x="3205131" y="5781166"/>
                          <a:pt x="3004773" y="5850838"/>
                        </a:cubicBezTo>
                        <a:cubicBezTo>
                          <a:pt x="2804415" y="5920510"/>
                          <a:pt x="2430364" y="5791142"/>
                          <a:pt x="2182038" y="5850838"/>
                        </a:cubicBezTo>
                        <a:cubicBezTo>
                          <a:pt x="1933712" y="5910534"/>
                          <a:pt x="1721636" y="5784395"/>
                          <a:pt x="1472577" y="5850838"/>
                        </a:cubicBezTo>
                        <a:cubicBezTo>
                          <a:pt x="1223518" y="5917281"/>
                          <a:pt x="1109801" y="5807946"/>
                          <a:pt x="989667" y="5850838"/>
                        </a:cubicBezTo>
                        <a:cubicBezTo>
                          <a:pt x="869533" y="5893730"/>
                          <a:pt x="205328" y="5801417"/>
                          <a:pt x="0" y="5850838"/>
                        </a:cubicBezTo>
                        <a:cubicBezTo>
                          <a:pt x="-47768" y="5640259"/>
                          <a:pt x="9501" y="5481500"/>
                          <a:pt x="0" y="5382771"/>
                        </a:cubicBezTo>
                        <a:cubicBezTo>
                          <a:pt x="-9501" y="5284042"/>
                          <a:pt x="61414" y="5039869"/>
                          <a:pt x="0" y="4797687"/>
                        </a:cubicBezTo>
                        <a:cubicBezTo>
                          <a:pt x="-61414" y="4555505"/>
                          <a:pt x="17056" y="4422475"/>
                          <a:pt x="0" y="4095587"/>
                        </a:cubicBezTo>
                        <a:cubicBezTo>
                          <a:pt x="-17056" y="3768699"/>
                          <a:pt x="35192" y="3648981"/>
                          <a:pt x="0" y="3393486"/>
                        </a:cubicBezTo>
                        <a:cubicBezTo>
                          <a:pt x="-35192" y="3137991"/>
                          <a:pt x="33394" y="3043799"/>
                          <a:pt x="0" y="2749894"/>
                        </a:cubicBezTo>
                        <a:cubicBezTo>
                          <a:pt x="-33394" y="2455989"/>
                          <a:pt x="74061" y="2397224"/>
                          <a:pt x="0" y="2106302"/>
                        </a:cubicBezTo>
                        <a:cubicBezTo>
                          <a:pt x="-74061" y="1815380"/>
                          <a:pt x="61623" y="1626672"/>
                          <a:pt x="0" y="1462710"/>
                        </a:cubicBezTo>
                        <a:cubicBezTo>
                          <a:pt x="-61623" y="1298748"/>
                          <a:pt x="8561" y="1145488"/>
                          <a:pt x="0" y="994642"/>
                        </a:cubicBezTo>
                        <a:cubicBezTo>
                          <a:pt x="-8561" y="843796"/>
                          <a:pt x="79509" y="25923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38538154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E38676A9-791B-4BB8-8F7A-AA54D281E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3473" y="534357"/>
            <a:ext cx="11205051" cy="5789277"/>
          </a:xfrm>
          <a:prstGeom prst="rect">
            <a:avLst/>
          </a:prstGeom>
          <a:ln w="76200" cmpd="thinThick">
            <a:solidFill>
              <a:schemeClr val="tx1">
                <a:lumMod val="50000"/>
                <a:lumOff val="5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327518"/>
                      <a:gd name="connsiteY0" fmla="*/ 0 h 5850838"/>
                      <a:gd name="connsiteX1" fmla="*/ 596185 w 11327518"/>
                      <a:gd name="connsiteY1" fmla="*/ 0 h 5850838"/>
                      <a:gd name="connsiteX2" fmla="*/ 852545 w 11327518"/>
                      <a:gd name="connsiteY2" fmla="*/ 0 h 5850838"/>
                      <a:gd name="connsiteX3" fmla="*/ 1562005 w 11327518"/>
                      <a:gd name="connsiteY3" fmla="*/ 0 h 5850838"/>
                      <a:gd name="connsiteX4" fmla="*/ 1818365 w 11327518"/>
                      <a:gd name="connsiteY4" fmla="*/ 0 h 5850838"/>
                      <a:gd name="connsiteX5" fmla="*/ 2414550 w 11327518"/>
                      <a:gd name="connsiteY5" fmla="*/ 0 h 5850838"/>
                      <a:gd name="connsiteX6" fmla="*/ 3237285 w 11327518"/>
                      <a:gd name="connsiteY6" fmla="*/ 0 h 5850838"/>
                      <a:gd name="connsiteX7" fmla="*/ 4060021 w 11327518"/>
                      <a:gd name="connsiteY7" fmla="*/ 0 h 5850838"/>
                      <a:gd name="connsiteX8" fmla="*/ 4769481 w 11327518"/>
                      <a:gd name="connsiteY8" fmla="*/ 0 h 5850838"/>
                      <a:gd name="connsiteX9" fmla="*/ 5252391 w 11327518"/>
                      <a:gd name="connsiteY9" fmla="*/ 0 h 5850838"/>
                      <a:gd name="connsiteX10" fmla="*/ 5508751 w 11327518"/>
                      <a:gd name="connsiteY10" fmla="*/ 0 h 5850838"/>
                      <a:gd name="connsiteX11" fmla="*/ 5991661 w 11327518"/>
                      <a:gd name="connsiteY11" fmla="*/ 0 h 5850838"/>
                      <a:gd name="connsiteX12" fmla="*/ 6701121 w 11327518"/>
                      <a:gd name="connsiteY12" fmla="*/ 0 h 5850838"/>
                      <a:gd name="connsiteX13" fmla="*/ 7523857 w 11327518"/>
                      <a:gd name="connsiteY13" fmla="*/ 0 h 5850838"/>
                      <a:gd name="connsiteX14" fmla="*/ 7780216 w 11327518"/>
                      <a:gd name="connsiteY14" fmla="*/ 0 h 5850838"/>
                      <a:gd name="connsiteX15" fmla="*/ 8036576 w 11327518"/>
                      <a:gd name="connsiteY15" fmla="*/ 0 h 5850838"/>
                      <a:gd name="connsiteX16" fmla="*/ 8859311 w 11327518"/>
                      <a:gd name="connsiteY16" fmla="*/ 0 h 5850838"/>
                      <a:gd name="connsiteX17" fmla="*/ 9115671 w 11327518"/>
                      <a:gd name="connsiteY17" fmla="*/ 0 h 5850838"/>
                      <a:gd name="connsiteX18" fmla="*/ 9711856 w 11327518"/>
                      <a:gd name="connsiteY18" fmla="*/ 0 h 5850838"/>
                      <a:gd name="connsiteX19" fmla="*/ 10081491 w 11327518"/>
                      <a:gd name="connsiteY19" fmla="*/ 0 h 5850838"/>
                      <a:gd name="connsiteX20" fmla="*/ 10451126 w 11327518"/>
                      <a:gd name="connsiteY20" fmla="*/ 0 h 5850838"/>
                      <a:gd name="connsiteX21" fmla="*/ 11327518 w 11327518"/>
                      <a:gd name="connsiteY21" fmla="*/ 0 h 5850838"/>
                      <a:gd name="connsiteX22" fmla="*/ 11327518 w 11327518"/>
                      <a:gd name="connsiteY22" fmla="*/ 468067 h 5850838"/>
                      <a:gd name="connsiteX23" fmla="*/ 11327518 w 11327518"/>
                      <a:gd name="connsiteY23" fmla="*/ 877626 h 5850838"/>
                      <a:gd name="connsiteX24" fmla="*/ 11327518 w 11327518"/>
                      <a:gd name="connsiteY24" fmla="*/ 1462710 h 5850838"/>
                      <a:gd name="connsiteX25" fmla="*/ 11327518 w 11327518"/>
                      <a:gd name="connsiteY25" fmla="*/ 1989285 h 5850838"/>
                      <a:gd name="connsiteX26" fmla="*/ 11327518 w 11327518"/>
                      <a:gd name="connsiteY26" fmla="*/ 2515860 h 5850838"/>
                      <a:gd name="connsiteX27" fmla="*/ 11327518 w 11327518"/>
                      <a:gd name="connsiteY27" fmla="*/ 3042436 h 5850838"/>
                      <a:gd name="connsiteX28" fmla="*/ 11327518 w 11327518"/>
                      <a:gd name="connsiteY28" fmla="*/ 3451994 h 5850838"/>
                      <a:gd name="connsiteX29" fmla="*/ 11327518 w 11327518"/>
                      <a:gd name="connsiteY29" fmla="*/ 4154095 h 5850838"/>
                      <a:gd name="connsiteX30" fmla="*/ 11327518 w 11327518"/>
                      <a:gd name="connsiteY30" fmla="*/ 4856196 h 5850838"/>
                      <a:gd name="connsiteX31" fmla="*/ 11327518 w 11327518"/>
                      <a:gd name="connsiteY31" fmla="*/ 5265754 h 5850838"/>
                      <a:gd name="connsiteX32" fmla="*/ 11327518 w 11327518"/>
                      <a:gd name="connsiteY32" fmla="*/ 5850838 h 5850838"/>
                      <a:gd name="connsiteX33" fmla="*/ 10731333 w 11327518"/>
                      <a:gd name="connsiteY33" fmla="*/ 5850838 h 5850838"/>
                      <a:gd name="connsiteX34" fmla="*/ 10361698 w 11327518"/>
                      <a:gd name="connsiteY34" fmla="*/ 5850838 h 5850838"/>
                      <a:gd name="connsiteX35" fmla="*/ 9878788 w 11327518"/>
                      <a:gd name="connsiteY35" fmla="*/ 5850838 h 5850838"/>
                      <a:gd name="connsiteX36" fmla="*/ 9282603 w 11327518"/>
                      <a:gd name="connsiteY36" fmla="*/ 5850838 h 5850838"/>
                      <a:gd name="connsiteX37" fmla="*/ 8686418 w 11327518"/>
                      <a:gd name="connsiteY37" fmla="*/ 5850838 h 5850838"/>
                      <a:gd name="connsiteX38" fmla="*/ 7976957 w 11327518"/>
                      <a:gd name="connsiteY38" fmla="*/ 5850838 h 5850838"/>
                      <a:gd name="connsiteX39" fmla="*/ 7607323 w 11327518"/>
                      <a:gd name="connsiteY39" fmla="*/ 5850838 h 5850838"/>
                      <a:gd name="connsiteX40" fmla="*/ 7237688 w 11327518"/>
                      <a:gd name="connsiteY40" fmla="*/ 5850838 h 5850838"/>
                      <a:gd name="connsiteX41" fmla="*/ 6414952 w 11327518"/>
                      <a:gd name="connsiteY41" fmla="*/ 5850838 h 5850838"/>
                      <a:gd name="connsiteX42" fmla="*/ 5592217 w 11327518"/>
                      <a:gd name="connsiteY42" fmla="*/ 5850838 h 5850838"/>
                      <a:gd name="connsiteX43" fmla="*/ 4996032 w 11327518"/>
                      <a:gd name="connsiteY43" fmla="*/ 5850838 h 5850838"/>
                      <a:gd name="connsiteX44" fmla="*/ 4739672 w 11327518"/>
                      <a:gd name="connsiteY44" fmla="*/ 5850838 h 5850838"/>
                      <a:gd name="connsiteX45" fmla="*/ 4483312 w 11327518"/>
                      <a:gd name="connsiteY45" fmla="*/ 5850838 h 5850838"/>
                      <a:gd name="connsiteX46" fmla="*/ 3660577 w 11327518"/>
                      <a:gd name="connsiteY46" fmla="*/ 5850838 h 5850838"/>
                      <a:gd name="connsiteX47" fmla="*/ 3177667 w 11327518"/>
                      <a:gd name="connsiteY47" fmla="*/ 5850838 h 5850838"/>
                      <a:gd name="connsiteX48" fmla="*/ 2354931 w 11327518"/>
                      <a:gd name="connsiteY48" fmla="*/ 5850838 h 5850838"/>
                      <a:gd name="connsiteX49" fmla="*/ 1758746 w 11327518"/>
                      <a:gd name="connsiteY49" fmla="*/ 5850838 h 5850838"/>
                      <a:gd name="connsiteX50" fmla="*/ 1502387 w 11327518"/>
                      <a:gd name="connsiteY50" fmla="*/ 5850838 h 5850838"/>
                      <a:gd name="connsiteX51" fmla="*/ 1132752 w 11327518"/>
                      <a:gd name="connsiteY51" fmla="*/ 5850838 h 5850838"/>
                      <a:gd name="connsiteX52" fmla="*/ 649842 w 11327518"/>
                      <a:gd name="connsiteY52" fmla="*/ 5850838 h 5850838"/>
                      <a:gd name="connsiteX53" fmla="*/ 0 w 11327518"/>
                      <a:gd name="connsiteY53" fmla="*/ 5850838 h 5850838"/>
                      <a:gd name="connsiteX54" fmla="*/ 0 w 11327518"/>
                      <a:gd name="connsiteY54" fmla="*/ 5207246 h 5850838"/>
                      <a:gd name="connsiteX55" fmla="*/ 0 w 11327518"/>
                      <a:gd name="connsiteY55" fmla="*/ 4680670 h 5850838"/>
                      <a:gd name="connsiteX56" fmla="*/ 0 w 11327518"/>
                      <a:gd name="connsiteY56" fmla="*/ 4271112 h 5850838"/>
                      <a:gd name="connsiteX57" fmla="*/ 0 w 11327518"/>
                      <a:gd name="connsiteY57" fmla="*/ 3569011 h 5850838"/>
                      <a:gd name="connsiteX58" fmla="*/ 0 w 11327518"/>
                      <a:gd name="connsiteY58" fmla="*/ 3159453 h 5850838"/>
                      <a:gd name="connsiteX59" fmla="*/ 0 w 11327518"/>
                      <a:gd name="connsiteY59" fmla="*/ 2574369 h 5850838"/>
                      <a:gd name="connsiteX60" fmla="*/ 0 w 11327518"/>
                      <a:gd name="connsiteY60" fmla="*/ 1872268 h 5850838"/>
                      <a:gd name="connsiteX61" fmla="*/ 0 w 11327518"/>
                      <a:gd name="connsiteY61" fmla="*/ 1170168 h 5850838"/>
                      <a:gd name="connsiteX62" fmla="*/ 0 w 11327518"/>
                      <a:gd name="connsiteY62" fmla="*/ 526575 h 5850838"/>
                      <a:gd name="connsiteX63" fmla="*/ 0 w 11327518"/>
                      <a:gd name="connsiteY63" fmla="*/ 0 h 58508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</a:cxnLst>
                    <a:rect l="l" t="t" r="r" b="b"/>
                    <a:pathLst>
                      <a:path w="11327518" h="5850838" fill="none" extrusionOk="0">
                        <a:moveTo>
                          <a:pt x="0" y="0"/>
                        </a:moveTo>
                        <a:cubicBezTo>
                          <a:pt x="199623" y="-38443"/>
                          <a:pt x="325669" y="57039"/>
                          <a:pt x="596185" y="0"/>
                        </a:cubicBezTo>
                        <a:cubicBezTo>
                          <a:pt x="866701" y="-57039"/>
                          <a:pt x="787814" y="30420"/>
                          <a:pt x="852545" y="0"/>
                        </a:cubicBezTo>
                        <a:cubicBezTo>
                          <a:pt x="917276" y="-30420"/>
                          <a:pt x="1407839" y="47840"/>
                          <a:pt x="1562005" y="0"/>
                        </a:cubicBezTo>
                        <a:cubicBezTo>
                          <a:pt x="1716171" y="-47840"/>
                          <a:pt x="1731284" y="20803"/>
                          <a:pt x="1818365" y="0"/>
                        </a:cubicBezTo>
                        <a:cubicBezTo>
                          <a:pt x="1905446" y="-20803"/>
                          <a:pt x="2249380" y="26975"/>
                          <a:pt x="2414550" y="0"/>
                        </a:cubicBezTo>
                        <a:cubicBezTo>
                          <a:pt x="2579720" y="-26975"/>
                          <a:pt x="2915166" y="64698"/>
                          <a:pt x="3237285" y="0"/>
                        </a:cubicBezTo>
                        <a:cubicBezTo>
                          <a:pt x="3559405" y="-64698"/>
                          <a:pt x="3882863" y="66094"/>
                          <a:pt x="4060021" y="0"/>
                        </a:cubicBezTo>
                        <a:cubicBezTo>
                          <a:pt x="4237179" y="-66094"/>
                          <a:pt x="4467026" y="6500"/>
                          <a:pt x="4769481" y="0"/>
                        </a:cubicBezTo>
                        <a:cubicBezTo>
                          <a:pt x="5071936" y="-6500"/>
                          <a:pt x="5093310" y="50141"/>
                          <a:pt x="5252391" y="0"/>
                        </a:cubicBezTo>
                        <a:cubicBezTo>
                          <a:pt x="5411472" y="-50141"/>
                          <a:pt x="5436744" y="20958"/>
                          <a:pt x="5508751" y="0"/>
                        </a:cubicBezTo>
                        <a:cubicBezTo>
                          <a:pt x="5580758" y="-20958"/>
                          <a:pt x="5871744" y="16120"/>
                          <a:pt x="5991661" y="0"/>
                        </a:cubicBezTo>
                        <a:cubicBezTo>
                          <a:pt x="6111578" y="-16120"/>
                          <a:pt x="6531829" y="10514"/>
                          <a:pt x="6701121" y="0"/>
                        </a:cubicBezTo>
                        <a:cubicBezTo>
                          <a:pt x="6870413" y="-10514"/>
                          <a:pt x="7297743" y="27207"/>
                          <a:pt x="7523857" y="0"/>
                        </a:cubicBezTo>
                        <a:cubicBezTo>
                          <a:pt x="7749971" y="-27207"/>
                          <a:pt x="7695579" y="24095"/>
                          <a:pt x="7780216" y="0"/>
                        </a:cubicBezTo>
                        <a:cubicBezTo>
                          <a:pt x="7864853" y="-24095"/>
                          <a:pt x="7908775" y="28511"/>
                          <a:pt x="8036576" y="0"/>
                        </a:cubicBezTo>
                        <a:cubicBezTo>
                          <a:pt x="8164377" y="-28511"/>
                          <a:pt x="8574440" y="58668"/>
                          <a:pt x="8859311" y="0"/>
                        </a:cubicBezTo>
                        <a:cubicBezTo>
                          <a:pt x="9144182" y="-58668"/>
                          <a:pt x="8995791" y="2810"/>
                          <a:pt x="9115671" y="0"/>
                        </a:cubicBezTo>
                        <a:cubicBezTo>
                          <a:pt x="9235551" y="-2810"/>
                          <a:pt x="9498764" y="57817"/>
                          <a:pt x="9711856" y="0"/>
                        </a:cubicBezTo>
                        <a:cubicBezTo>
                          <a:pt x="9924949" y="-57817"/>
                          <a:pt x="9902014" y="42847"/>
                          <a:pt x="10081491" y="0"/>
                        </a:cubicBezTo>
                        <a:cubicBezTo>
                          <a:pt x="10260968" y="-42847"/>
                          <a:pt x="10339792" y="22130"/>
                          <a:pt x="10451126" y="0"/>
                        </a:cubicBezTo>
                        <a:cubicBezTo>
                          <a:pt x="10562461" y="-22130"/>
                          <a:pt x="11121904" y="104730"/>
                          <a:pt x="11327518" y="0"/>
                        </a:cubicBezTo>
                        <a:cubicBezTo>
                          <a:pt x="11349373" y="158838"/>
                          <a:pt x="11271907" y="341595"/>
                          <a:pt x="11327518" y="468067"/>
                        </a:cubicBezTo>
                        <a:cubicBezTo>
                          <a:pt x="11383129" y="594539"/>
                          <a:pt x="11290595" y="699903"/>
                          <a:pt x="11327518" y="877626"/>
                        </a:cubicBezTo>
                        <a:cubicBezTo>
                          <a:pt x="11364441" y="1055349"/>
                          <a:pt x="11311139" y="1291464"/>
                          <a:pt x="11327518" y="1462710"/>
                        </a:cubicBezTo>
                        <a:cubicBezTo>
                          <a:pt x="11343897" y="1633956"/>
                          <a:pt x="11294761" y="1835313"/>
                          <a:pt x="11327518" y="1989285"/>
                        </a:cubicBezTo>
                        <a:cubicBezTo>
                          <a:pt x="11360275" y="2143258"/>
                          <a:pt x="11268549" y="2293901"/>
                          <a:pt x="11327518" y="2515860"/>
                        </a:cubicBezTo>
                        <a:cubicBezTo>
                          <a:pt x="11386487" y="2737820"/>
                          <a:pt x="11281097" y="2825914"/>
                          <a:pt x="11327518" y="3042436"/>
                        </a:cubicBezTo>
                        <a:cubicBezTo>
                          <a:pt x="11373939" y="3258958"/>
                          <a:pt x="11295965" y="3331182"/>
                          <a:pt x="11327518" y="3451994"/>
                        </a:cubicBezTo>
                        <a:cubicBezTo>
                          <a:pt x="11359071" y="3572806"/>
                          <a:pt x="11274012" y="3937258"/>
                          <a:pt x="11327518" y="4154095"/>
                        </a:cubicBezTo>
                        <a:cubicBezTo>
                          <a:pt x="11381024" y="4370932"/>
                          <a:pt x="11290036" y="4655051"/>
                          <a:pt x="11327518" y="4856196"/>
                        </a:cubicBezTo>
                        <a:cubicBezTo>
                          <a:pt x="11365000" y="5057341"/>
                          <a:pt x="11326694" y="5162254"/>
                          <a:pt x="11327518" y="5265754"/>
                        </a:cubicBezTo>
                        <a:cubicBezTo>
                          <a:pt x="11328342" y="5369254"/>
                          <a:pt x="11321784" y="5710376"/>
                          <a:pt x="11327518" y="5850838"/>
                        </a:cubicBezTo>
                        <a:cubicBezTo>
                          <a:pt x="11072871" y="5862066"/>
                          <a:pt x="10962964" y="5846984"/>
                          <a:pt x="10731333" y="5850838"/>
                        </a:cubicBezTo>
                        <a:cubicBezTo>
                          <a:pt x="10499702" y="5854692"/>
                          <a:pt x="10526837" y="5846583"/>
                          <a:pt x="10361698" y="5850838"/>
                        </a:cubicBezTo>
                        <a:cubicBezTo>
                          <a:pt x="10196559" y="5855093"/>
                          <a:pt x="10057834" y="5830159"/>
                          <a:pt x="9878788" y="5850838"/>
                        </a:cubicBezTo>
                        <a:cubicBezTo>
                          <a:pt x="9699742" y="5871517"/>
                          <a:pt x="9550020" y="5787227"/>
                          <a:pt x="9282603" y="5850838"/>
                        </a:cubicBezTo>
                        <a:cubicBezTo>
                          <a:pt x="9015187" y="5914449"/>
                          <a:pt x="8809030" y="5811108"/>
                          <a:pt x="8686418" y="5850838"/>
                        </a:cubicBezTo>
                        <a:cubicBezTo>
                          <a:pt x="8563807" y="5890568"/>
                          <a:pt x="8300289" y="5835449"/>
                          <a:pt x="7976957" y="5850838"/>
                        </a:cubicBezTo>
                        <a:cubicBezTo>
                          <a:pt x="7653625" y="5866227"/>
                          <a:pt x="7763164" y="5821858"/>
                          <a:pt x="7607323" y="5850838"/>
                        </a:cubicBezTo>
                        <a:cubicBezTo>
                          <a:pt x="7451482" y="5879818"/>
                          <a:pt x="7369641" y="5823798"/>
                          <a:pt x="7237688" y="5850838"/>
                        </a:cubicBezTo>
                        <a:cubicBezTo>
                          <a:pt x="7105735" y="5877878"/>
                          <a:pt x="6614599" y="5773841"/>
                          <a:pt x="6414952" y="5850838"/>
                        </a:cubicBezTo>
                        <a:cubicBezTo>
                          <a:pt x="6215305" y="5927835"/>
                          <a:pt x="5870983" y="5845212"/>
                          <a:pt x="5592217" y="5850838"/>
                        </a:cubicBezTo>
                        <a:cubicBezTo>
                          <a:pt x="5313451" y="5856464"/>
                          <a:pt x="5130990" y="5785107"/>
                          <a:pt x="4996032" y="5850838"/>
                        </a:cubicBezTo>
                        <a:cubicBezTo>
                          <a:pt x="4861074" y="5916569"/>
                          <a:pt x="4798691" y="5847178"/>
                          <a:pt x="4739672" y="5850838"/>
                        </a:cubicBezTo>
                        <a:cubicBezTo>
                          <a:pt x="4680653" y="5854498"/>
                          <a:pt x="4582011" y="5838269"/>
                          <a:pt x="4483312" y="5850838"/>
                        </a:cubicBezTo>
                        <a:cubicBezTo>
                          <a:pt x="4384613" y="5863407"/>
                          <a:pt x="3858308" y="5760206"/>
                          <a:pt x="3660577" y="5850838"/>
                        </a:cubicBezTo>
                        <a:cubicBezTo>
                          <a:pt x="3462847" y="5941470"/>
                          <a:pt x="3331316" y="5821704"/>
                          <a:pt x="3177667" y="5850838"/>
                        </a:cubicBezTo>
                        <a:cubicBezTo>
                          <a:pt x="3024018" y="5879972"/>
                          <a:pt x="2605027" y="5800646"/>
                          <a:pt x="2354931" y="5850838"/>
                        </a:cubicBezTo>
                        <a:cubicBezTo>
                          <a:pt x="2104835" y="5901030"/>
                          <a:pt x="1968527" y="5805912"/>
                          <a:pt x="1758746" y="5850838"/>
                        </a:cubicBezTo>
                        <a:cubicBezTo>
                          <a:pt x="1548965" y="5895764"/>
                          <a:pt x="1627155" y="5831445"/>
                          <a:pt x="1502387" y="5850838"/>
                        </a:cubicBezTo>
                        <a:cubicBezTo>
                          <a:pt x="1377619" y="5870231"/>
                          <a:pt x="1243411" y="5808250"/>
                          <a:pt x="1132752" y="5850838"/>
                        </a:cubicBezTo>
                        <a:cubicBezTo>
                          <a:pt x="1022093" y="5893426"/>
                          <a:pt x="841842" y="5813802"/>
                          <a:pt x="649842" y="5850838"/>
                        </a:cubicBezTo>
                        <a:cubicBezTo>
                          <a:pt x="457842" y="5887874"/>
                          <a:pt x="316547" y="5817400"/>
                          <a:pt x="0" y="5850838"/>
                        </a:cubicBezTo>
                        <a:cubicBezTo>
                          <a:pt x="-23010" y="5667982"/>
                          <a:pt x="26371" y="5376550"/>
                          <a:pt x="0" y="5207246"/>
                        </a:cubicBezTo>
                        <a:cubicBezTo>
                          <a:pt x="-26371" y="5037942"/>
                          <a:pt x="52499" y="4836475"/>
                          <a:pt x="0" y="4680670"/>
                        </a:cubicBezTo>
                        <a:cubicBezTo>
                          <a:pt x="-52499" y="4524865"/>
                          <a:pt x="38164" y="4424291"/>
                          <a:pt x="0" y="4271112"/>
                        </a:cubicBezTo>
                        <a:cubicBezTo>
                          <a:pt x="-38164" y="4117933"/>
                          <a:pt x="13038" y="3901346"/>
                          <a:pt x="0" y="3569011"/>
                        </a:cubicBezTo>
                        <a:cubicBezTo>
                          <a:pt x="-13038" y="3236676"/>
                          <a:pt x="26246" y="3283733"/>
                          <a:pt x="0" y="3159453"/>
                        </a:cubicBezTo>
                        <a:cubicBezTo>
                          <a:pt x="-26246" y="3035173"/>
                          <a:pt x="16811" y="2759597"/>
                          <a:pt x="0" y="2574369"/>
                        </a:cubicBezTo>
                        <a:cubicBezTo>
                          <a:pt x="-16811" y="2389141"/>
                          <a:pt x="25008" y="2066581"/>
                          <a:pt x="0" y="1872268"/>
                        </a:cubicBezTo>
                        <a:cubicBezTo>
                          <a:pt x="-25008" y="1677955"/>
                          <a:pt x="19918" y="1408387"/>
                          <a:pt x="0" y="1170168"/>
                        </a:cubicBezTo>
                        <a:cubicBezTo>
                          <a:pt x="-19918" y="931949"/>
                          <a:pt x="41231" y="841743"/>
                          <a:pt x="0" y="526575"/>
                        </a:cubicBezTo>
                        <a:cubicBezTo>
                          <a:pt x="-41231" y="211407"/>
                          <a:pt x="52995" y="160001"/>
                          <a:pt x="0" y="0"/>
                        </a:cubicBezTo>
                        <a:close/>
                      </a:path>
                      <a:path w="11327518" h="5850838" stroke="0" extrusionOk="0">
                        <a:moveTo>
                          <a:pt x="0" y="0"/>
                        </a:moveTo>
                        <a:cubicBezTo>
                          <a:pt x="190339" y="-52346"/>
                          <a:pt x="344887" y="51323"/>
                          <a:pt x="482910" y="0"/>
                        </a:cubicBezTo>
                        <a:cubicBezTo>
                          <a:pt x="620933" y="-51323"/>
                          <a:pt x="675871" y="19361"/>
                          <a:pt x="739270" y="0"/>
                        </a:cubicBezTo>
                        <a:cubicBezTo>
                          <a:pt x="802669" y="-19361"/>
                          <a:pt x="1325916" y="92536"/>
                          <a:pt x="1562005" y="0"/>
                        </a:cubicBezTo>
                        <a:cubicBezTo>
                          <a:pt x="1798094" y="-92536"/>
                          <a:pt x="1929995" y="27160"/>
                          <a:pt x="2044915" y="0"/>
                        </a:cubicBezTo>
                        <a:cubicBezTo>
                          <a:pt x="2159835" y="-27160"/>
                          <a:pt x="2302190" y="26229"/>
                          <a:pt x="2527825" y="0"/>
                        </a:cubicBezTo>
                        <a:cubicBezTo>
                          <a:pt x="2753460" y="-26229"/>
                          <a:pt x="3158478" y="63046"/>
                          <a:pt x="3350561" y="0"/>
                        </a:cubicBezTo>
                        <a:cubicBezTo>
                          <a:pt x="3542644" y="-63046"/>
                          <a:pt x="3595952" y="25830"/>
                          <a:pt x="3720195" y="0"/>
                        </a:cubicBezTo>
                        <a:cubicBezTo>
                          <a:pt x="3844438" y="-25830"/>
                          <a:pt x="4252403" y="57654"/>
                          <a:pt x="4542931" y="0"/>
                        </a:cubicBezTo>
                        <a:cubicBezTo>
                          <a:pt x="4833459" y="-57654"/>
                          <a:pt x="5188070" y="23753"/>
                          <a:pt x="5365666" y="0"/>
                        </a:cubicBezTo>
                        <a:cubicBezTo>
                          <a:pt x="5543262" y="-23753"/>
                          <a:pt x="5832864" y="57122"/>
                          <a:pt x="5961852" y="0"/>
                        </a:cubicBezTo>
                        <a:cubicBezTo>
                          <a:pt x="6090840" y="-57122"/>
                          <a:pt x="6563315" y="36277"/>
                          <a:pt x="6784587" y="0"/>
                        </a:cubicBezTo>
                        <a:cubicBezTo>
                          <a:pt x="7005859" y="-36277"/>
                          <a:pt x="7061557" y="9086"/>
                          <a:pt x="7267497" y="0"/>
                        </a:cubicBezTo>
                        <a:cubicBezTo>
                          <a:pt x="7473437" y="-9086"/>
                          <a:pt x="7618214" y="16848"/>
                          <a:pt x="7750407" y="0"/>
                        </a:cubicBezTo>
                        <a:cubicBezTo>
                          <a:pt x="7882600" y="-16848"/>
                          <a:pt x="8156801" y="57895"/>
                          <a:pt x="8459867" y="0"/>
                        </a:cubicBezTo>
                        <a:cubicBezTo>
                          <a:pt x="8762933" y="-57895"/>
                          <a:pt x="8800897" y="52657"/>
                          <a:pt x="8942777" y="0"/>
                        </a:cubicBezTo>
                        <a:cubicBezTo>
                          <a:pt x="9084657" y="-52657"/>
                          <a:pt x="9551186" y="15908"/>
                          <a:pt x="9765513" y="0"/>
                        </a:cubicBezTo>
                        <a:cubicBezTo>
                          <a:pt x="9979840" y="-15908"/>
                          <a:pt x="10213960" y="26999"/>
                          <a:pt x="10588248" y="0"/>
                        </a:cubicBezTo>
                        <a:cubicBezTo>
                          <a:pt x="10962536" y="-26999"/>
                          <a:pt x="10964858" y="21158"/>
                          <a:pt x="11327518" y="0"/>
                        </a:cubicBezTo>
                        <a:cubicBezTo>
                          <a:pt x="11329404" y="204381"/>
                          <a:pt x="11289217" y="381973"/>
                          <a:pt x="11327518" y="526575"/>
                        </a:cubicBezTo>
                        <a:cubicBezTo>
                          <a:pt x="11365819" y="671178"/>
                          <a:pt x="11303432" y="760079"/>
                          <a:pt x="11327518" y="936134"/>
                        </a:cubicBezTo>
                        <a:cubicBezTo>
                          <a:pt x="11351604" y="1112189"/>
                          <a:pt x="11297919" y="1245027"/>
                          <a:pt x="11327518" y="1404201"/>
                        </a:cubicBezTo>
                        <a:cubicBezTo>
                          <a:pt x="11357117" y="1563375"/>
                          <a:pt x="11301602" y="1789758"/>
                          <a:pt x="11327518" y="2047793"/>
                        </a:cubicBezTo>
                        <a:cubicBezTo>
                          <a:pt x="11353434" y="2305828"/>
                          <a:pt x="11265423" y="2366097"/>
                          <a:pt x="11327518" y="2574369"/>
                        </a:cubicBezTo>
                        <a:cubicBezTo>
                          <a:pt x="11389613" y="2782641"/>
                          <a:pt x="11298050" y="2885977"/>
                          <a:pt x="11327518" y="3042436"/>
                        </a:cubicBezTo>
                        <a:cubicBezTo>
                          <a:pt x="11356986" y="3198895"/>
                          <a:pt x="11263295" y="3536795"/>
                          <a:pt x="11327518" y="3686028"/>
                        </a:cubicBezTo>
                        <a:cubicBezTo>
                          <a:pt x="11391741" y="3835261"/>
                          <a:pt x="11265829" y="4108878"/>
                          <a:pt x="11327518" y="4271112"/>
                        </a:cubicBezTo>
                        <a:cubicBezTo>
                          <a:pt x="11389207" y="4433346"/>
                          <a:pt x="11286850" y="4673434"/>
                          <a:pt x="11327518" y="4856196"/>
                        </a:cubicBezTo>
                        <a:cubicBezTo>
                          <a:pt x="11368186" y="5038958"/>
                          <a:pt x="11295571" y="5472768"/>
                          <a:pt x="11327518" y="5850838"/>
                        </a:cubicBezTo>
                        <a:cubicBezTo>
                          <a:pt x="11111307" y="5854150"/>
                          <a:pt x="10831911" y="5818363"/>
                          <a:pt x="10618058" y="5850838"/>
                        </a:cubicBezTo>
                        <a:cubicBezTo>
                          <a:pt x="10404205" y="5883313"/>
                          <a:pt x="10429394" y="5845042"/>
                          <a:pt x="10248423" y="5850838"/>
                        </a:cubicBezTo>
                        <a:cubicBezTo>
                          <a:pt x="10067452" y="5856634"/>
                          <a:pt x="9754262" y="5801999"/>
                          <a:pt x="9538963" y="5850838"/>
                        </a:cubicBezTo>
                        <a:cubicBezTo>
                          <a:pt x="9323664" y="5899677"/>
                          <a:pt x="9361173" y="5826118"/>
                          <a:pt x="9282603" y="5850838"/>
                        </a:cubicBezTo>
                        <a:cubicBezTo>
                          <a:pt x="9204033" y="5875558"/>
                          <a:pt x="8854828" y="5769311"/>
                          <a:pt x="8573143" y="5850838"/>
                        </a:cubicBezTo>
                        <a:cubicBezTo>
                          <a:pt x="8291458" y="5932365"/>
                          <a:pt x="8290328" y="5811605"/>
                          <a:pt x="8203508" y="5850838"/>
                        </a:cubicBezTo>
                        <a:cubicBezTo>
                          <a:pt x="8116688" y="5890071"/>
                          <a:pt x="8057882" y="5831319"/>
                          <a:pt x="7947148" y="5850838"/>
                        </a:cubicBezTo>
                        <a:cubicBezTo>
                          <a:pt x="7836414" y="5870357"/>
                          <a:pt x="7730897" y="5812334"/>
                          <a:pt x="7577513" y="5850838"/>
                        </a:cubicBezTo>
                        <a:cubicBezTo>
                          <a:pt x="7424129" y="5889342"/>
                          <a:pt x="7192735" y="5821747"/>
                          <a:pt x="6868053" y="5850838"/>
                        </a:cubicBezTo>
                        <a:cubicBezTo>
                          <a:pt x="6543371" y="5879929"/>
                          <a:pt x="6663453" y="5837340"/>
                          <a:pt x="6498418" y="5850838"/>
                        </a:cubicBezTo>
                        <a:cubicBezTo>
                          <a:pt x="6333383" y="5864336"/>
                          <a:pt x="6333602" y="5842292"/>
                          <a:pt x="6242059" y="5850838"/>
                        </a:cubicBezTo>
                        <a:cubicBezTo>
                          <a:pt x="6150516" y="5859384"/>
                          <a:pt x="6020687" y="5825363"/>
                          <a:pt x="5872424" y="5850838"/>
                        </a:cubicBezTo>
                        <a:cubicBezTo>
                          <a:pt x="5724161" y="5876313"/>
                          <a:pt x="5575375" y="5837302"/>
                          <a:pt x="5389514" y="5850838"/>
                        </a:cubicBezTo>
                        <a:cubicBezTo>
                          <a:pt x="5203653" y="5864374"/>
                          <a:pt x="4926543" y="5825923"/>
                          <a:pt x="4793329" y="5850838"/>
                        </a:cubicBezTo>
                        <a:cubicBezTo>
                          <a:pt x="4660116" y="5875753"/>
                          <a:pt x="4540325" y="5848753"/>
                          <a:pt x="4423694" y="5850838"/>
                        </a:cubicBezTo>
                        <a:cubicBezTo>
                          <a:pt x="4307063" y="5852923"/>
                          <a:pt x="3918926" y="5782362"/>
                          <a:pt x="3600958" y="5850838"/>
                        </a:cubicBezTo>
                        <a:cubicBezTo>
                          <a:pt x="3282990" y="5919314"/>
                          <a:pt x="3205131" y="5781166"/>
                          <a:pt x="3004773" y="5850838"/>
                        </a:cubicBezTo>
                        <a:cubicBezTo>
                          <a:pt x="2804415" y="5920510"/>
                          <a:pt x="2430364" y="5791142"/>
                          <a:pt x="2182038" y="5850838"/>
                        </a:cubicBezTo>
                        <a:cubicBezTo>
                          <a:pt x="1933712" y="5910534"/>
                          <a:pt x="1721636" y="5784395"/>
                          <a:pt x="1472577" y="5850838"/>
                        </a:cubicBezTo>
                        <a:cubicBezTo>
                          <a:pt x="1223518" y="5917281"/>
                          <a:pt x="1109801" y="5807946"/>
                          <a:pt x="989667" y="5850838"/>
                        </a:cubicBezTo>
                        <a:cubicBezTo>
                          <a:pt x="869533" y="5893730"/>
                          <a:pt x="205328" y="5801417"/>
                          <a:pt x="0" y="5850838"/>
                        </a:cubicBezTo>
                        <a:cubicBezTo>
                          <a:pt x="-47768" y="5640259"/>
                          <a:pt x="9501" y="5481500"/>
                          <a:pt x="0" y="5382771"/>
                        </a:cubicBezTo>
                        <a:cubicBezTo>
                          <a:pt x="-9501" y="5284042"/>
                          <a:pt x="61414" y="5039869"/>
                          <a:pt x="0" y="4797687"/>
                        </a:cubicBezTo>
                        <a:cubicBezTo>
                          <a:pt x="-61414" y="4555505"/>
                          <a:pt x="17056" y="4422475"/>
                          <a:pt x="0" y="4095587"/>
                        </a:cubicBezTo>
                        <a:cubicBezTo>
                          <a:pt x="-17056" y="3768699"/>
                          <a:pt x="35192" y="3648981"/>
                          <a:pt x="0" y="3393486"/>
                        </a:cubicBezTo>
                        <a:cubicBezTo>
                          <a:pt x="-35192" y="3137991"/>
                          <a:pt x="33394" y="3043799"/>
                          <a:pt x="0" y="2749894"/>
                        </a:cubicBezTo>
                        <a:cubicBezTo>
                          <a:pt x="-33394" y="2455989"/>
                          <a:pt x="74061" y="2397224"/>
                          <a:pt x="0" y="2106302"/>
                        </a:cubicBezTo>
                        <a:cubicBezTo>
                          <a:pt x="-74061" y="1815380"/>
                          <a:pt x="61623" y="1626672"/>
                          <a:pt x="0" y="1462710"/>
                        </a:cubicBezTo>
                        <a:cubicBezTo>
                          <a:pt x="-61623" y="1298748"/>
                          <a:pt x="8561" y="1145488"/>
                          <a:pt x="0" y="994642"/>
                        </a:cubicBezTo>
                        <a:cubicBezTo>
                          <a:pt x="-8561" y="843796"/>
                          <a:pt x="79509" y="25923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12573354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E38676A9-791B-4BB8-8F7A-AA54D281E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3473" y="535260"/>
            <a:ext cx="11205051" cy="5787470"/>
          </a:xfrm>
          <a:prstGeom prst="rect">
            <a:avLst/>
          </a:prstGeom>
          <a:ln w="76200" cmpd="thinThick">
            <a:solidFill>
              <a:schemeClr val="tx1">
                <a:lumMod val="50000"/>
                <a:lumOff val="5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327518"/>
                      <a:gd name="connsiteY0" fmla="*/ 0 h 5850838"/>
                      <a:gd name="connsiteX1" fmla="*/ 596185 w 11327518"/>
                      <a:gd name="connsiteY1" fmla="*/ 0 h 5850838"/>
                      <a:gd name="connsiteX2" fmla="*/ 852545 w 11327518"/>
                      <a:gd name="connsiteY2" fmla="*/ 0 h 5850838"/>
                      <a:gd name="connsiteX3" fmla="*/ 1562005 w 11327518"/>
                      <a:gd name="connsiteY3" fmla="*/ 0 h 5850838"/>
                      <a:gd name="connsiteX4" fmla="*/ 1818365 w 11327518"/>
                      <a:gd name="connsiteY4" fmla="*/ 0 h 5850838"/>
                      <a:gd name="connsiteX5" fmla="*/ 2414550 w 11327518"/>
                      <a:gd name="connsiteY5" fmla="*/ 0 h 5850838"/>
                      <a:gd name="connsiteX6" fmla="*/ 3237285 w 11327518"/>
                      <a:gd name="connsiteY6" fmla="*/ 0 h 5850838"/>
                      <a:gd name="connsiteX7" fmla="*/ 4060021 w 11327518"/>
                      <a:gd name="connsiteY7" fmla="*/ 0 h 5850838"/>
                      <a:gd name="connsiteX8" fmla="*/ 4769481 w 11327518"/>
                      <a:gd name="connsiteY8" fmla="*/ 0 h 5850838"/>
                      <a:gd name="connsiteX9" fmla="*/ 5252391 w 11327518"/>
                      <a:gd name="connsiteY9" fmla="*/ 0 h 5850838"/>
                      <a:gd name="connsiteX10" fmla="*/ 5508751 w 11327518"/>
                      <a:gd name="connsiteY10" fmla="*/ 0 h 5850838"/>
                      <a:gd name="connsiteX11" fmla="*/ 5991661 w 11327518"/>
                      <a:gd name="connsiteY11" fmla="*/ 0 h 5850838"/>
                      <a:gd name="connsiteX12" fmla="*/ 6701121 w 11327518"/>
                      <a:gd name="connsiteY12" fmla="*/ 0 h 5850838"/>
                      <a:gd name="connsiteX13" fmla="*/ 7523857 w 11327518"/>
                      <a:gd name="connsiteY13" fmla="*/ 0 h 5850838"/>
                      <a:gd name="connsiteX14" fmla="*/ 7780216 w 11327518"/>
                      <a:gd name="connsiteY14" fmla="*/ 0 h 5850838"/>
                      <a:gd name="connsiteX15" fmla="*/ 8036576 w 11327518"/>
                      <a:gd name="connsiteY15" fmla="*/ 0 h 5850838"/>
                      <a:gd name="connsiteX16" fmla="*/ 8859311 w 11327518"/>
                      <a:gd name="connsiteY16" fmla="*/ 0 h 5850838"/>
                      <a:gd name="connsiteX17" fmla="*/ 9115671 w 11327518"/>
                      <a:gd name="connsiteY17" fmla="*/ 0 h 5850838"/>
                      <a:gd name="connsiteX18" fmla="*/ 9711856 w 11327518"/>
                      <a:gd name="connsiteY18" fmla="*/ 0 h 5850838"/>
                      <a:gd name="connsiteX19" fmla="*/ 10081491 w 11327518"/>
                      <a:gd name="connsiteY19" fmla="*/ 0 h 5850838"/>
                      <a:gd name="connsiteX20" fmla="*/ 10451126 w 11327518"/>
                      <a:gd name="connsiteY20" fmla="*/ 0 h 5850838"/>
                      <a:gd name="connsiteX21" fmla="*/ 11327518 w 11327518"/>
                      <a:gd name="connsiteY21" fmla="*/ 0 h 5850838"/>
                      <a:gd name="connsiteX22" fmla="*/ 11327518 w 11327518"/>
                      <a:gd name="connsiteY22" fmla="*/ 468067 h 5850838"/>
                      <a:gd name="connsiteX23" fmla="*/ 11327518 w 11327518"/>
                      <a:gd name="connsiteY23" fmla="*/ 877626 h 5850838"/>
                      <a:gd name="connsiteX24" fmla="*/ 11327518 w 11327518"/>
                      <a:gd name="connsiteY24" fmla="*/ 1462710 h 5850838"/>
                      <a:gd name="connsiteX25" fmla="*/ 11327518 w 11327518"/>
                      <a:gd name="connsiteY25" fmla="*/ 1989285 h 5850838"/>
                      <a:gd name="connsiteX26" fmla="*/ 11327518 w 11327518"/>
                      <a:gd name="connsiteY26" fmla="*/ 2515860 h 5850838"/>
                      <a:gd name="connsiteX27" fmla="*/ 11327518 w 11327518"/>
                      <a:gd name="connsiteY27" fmla="*/ 3042436 h 5850838"/>
                      <a:gd name="connsiteX28" fmla="*/ 11327518 w 11327518"/>
                      <a:gd name="connsiteY28" fmla="*/ 3451994 h 5850838"/>
                      <a:gd name="connsiteX29" fmla="*/ 11327518 w 11327518"/>
                      <a:gd name="connsiteY29" fmla="*/ 4154095 h 5850838"/>
                      <a:gd name="connsiteX30" fmla="*/ 11327518 w 11327518"/>
                      <a:gd name="connsiteY30" fmla="*/ 4856196 h 5850838"/>
                      <a:gd name="connsiteX31" fmla="*/ 11327518 w 11327518"/>
                      <a:gd name="connsiteY31" fmla="*/ 5265754 h 5850838"/>
                      <a:gd name="connsiteX32" fmla="*/ 11327518 w 11327518"/>
                      <a:gd name="connsiteY32" fmla="*/ 5850838 h 5850838"/>
                      <a:gd name="connsiteX33" fmla="*/ 10731333 w 11327518"/>
                      <a:gd name="connsiteY33" fmla="*/ 5850838 h 5850838"/>
                      <a:gd name="connsiteX34" fmla="*/ 10361698 w 11327518"/>
                      <a:gd name="connsiteY34" fmla="*/ 5850838 h 5850838"/>
                      <a:gd name="connsiteX35" fmla="*/ 9878788 w 11327518"/>
                      <a:gd name="connsiteY35" fmla="*/ 5850838 h 5850838"/>
                      <a:gd name="connsiteX36" fmla="*/ 9282603 w 11327518"/>
                      <a:gd name="connsiteY36" fmla="*/ 5850838 h 5850838"/>
                      <a:gd name="connsiteX37" fmla="*/ 8686418 w 11327518"/>
                      <a:gd name="connsiteY37" fmla="*/ 5850838 h 5850838"/>
                      <a:gd name="connsiteX38" fmla="*/ 7976957 w 11327518"/>
                      <a:gd name="connsiteY38" fmla="*/ 5850838 h 5850838"/>
                      <a:gd name="connsiteX39" fmla="*/ 7607323 w 11327518"/>
                      <a:gd name="connsiteY39" fmla="*/ 5850838 h 5850838"/>
                      <a:gd name="connsiteX40" fmla="*/ 7237688 w 11327518"/>
                      <a:gd name="connsiteY40" fmla="*/ 5850838 h 5850838"/>
                      <a:gd name="connsiteX41" fmla="*/ 6414952 w 11327518"/>
                      <a:gd name="connsiteY41" fmla="*/ 5850838 h 5850838"/>
                      <a:gd name="connsiteX42" fmla="*/ 5592217 w 11327518"/>
                      <a:gd name="connsiteY42" fmla="*/ 5850838 h 5850838"/>
                      <a:gd name="connsiteX43" fmla="*/ 4996032 w 11327518"/>
                      <a:gd name="connsiteY43" fmla="*/ 5850838 h 5850838"/>
                      <a:gd name="connsiteX44" fmla="*/ 4739672 w 11327518"/>
                      <a:gd name="connsiteY44" fmla="*/ 5850838 h 5850838"/>
                      <a:gd name="connsiteX45" fmla="*/ 4483312 w 11327518"/>
                      <a:gd name="connsiteY45" fmla="*/ 5850838 h 5850838"/>
                      <a:gd name="connsiteX46" fmla="*/ 3660577 w 11327518"/>
                      <a:gd name="connsiteY46" fmla="*/ 5850838 h 5850838"/>
                      <a:gd name="connsiteX47" fmla="*/ 3177667 w 11327518"/>
                      <a:gd name="connsiteY47" fmla="*/ 5850838 h 5850838"/>
                      <a:gd name="connsiteX48" fmla="*/ 2354931 w 11327518"/>
                      <a:gd name="connsiteY48" fmla="*/ 5850838 h 5850838"/>
                      <a:gd name="connsiteX49" fmla="*/ 1758746 w 11327518"/>
                      <a:gd name="connsiteY49" fmla="*/ 5850838 h 5850838"/>
                      <a:gd name="connsiteX50" fmla="*/ 1502387 w 11327518"/>
                      <a:gd name="connsiteY50" fmla="*/ 5850838 h 5850838"/>
                      <a:gd name="connsiteX51" fmla="*/ 1132752 w 11327518"/>
                      <a:gd name="connsiteY51" fmla="*/ 5850838 h 5850838"/>
                      <a:gd name="connsiteX52" fmla="*/ 649842 w 11327518"/>
                      <a:gd name="connsiteY52" fmla="*/ 5850838 h 5850838"/>
                      <a:gd name="connsiteX53" fmla="*/ 0 w 11327518"/>
                      <a:gd name="connsiteY53" fmla="*/ 5850838 h 5850838"/>
                      <a:gd name="connsiteX54" fmla="*/ 0 w 11327518"/>
                      <a:gd name="connsiteY54" fmla="*/ 5207246 h 5850838"/>
                      <a:gd name="connsiteX55" fmla="*/ 0 w 11327518"/>
                      <a:gd name="connsiteY55" fmla="*/ 4680670 h 5850838"/>
                      <a:gd name="connsiteX56" fmla="*/ 0 w 11327518"/>
                      <a:gd name="connsiteY56" fmla="*/ 4271112 h 5850838"/>
                      <a:gd name="connsiteX57" fmla="*/ 0 w 11327518"/>
                      <a:gd name="connsiteY57" fmla="*/ 3569011 h 5850838"/>
                      <a:gd name="connsiteX58" fmla="*/ 0 w 11327518"/>
                      <a:gd name="connsiteY58" fmla="*/ 3159453 h 5850838"/>
                      <a:gd name="connsiteX59" fmla="*/ 0 w 11327518"/>
                      <a:gd name="connsiteY59" fmla="*/ 2574369 h 5850838"/>
                      <a:gd name="connsiteX60" fmla="*/ 0 w 11327518"/>
                      <a:gd name="connsiteY60" fmla="*/ 1872268 h 5850838"/>
                      <a:gd name="connsiteX61" fmla="*/ 0 w 11327518"/>
                      <a:gd name="connsiteY61" fmla="*/ 1170168 h 5850838"/>
                      <a:gd name="connsiteX62" fmla="*/ 0 w 11327518"/>
                      <a:gd name="connsiteY62" fmla="*/ 526575 h 5850838"/>
                      <a:gd name="connsiteX63" fmla="*/ 0 w 11327518"/>
                      <a:gd name="connsiteY63" fmla="*/ 0 h 58508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</a:cxnLst>
                    <a:rect l="l" t="t" r="r" b="b"/>
                    <a:pathLst>
                      <a:path w="11327518" h="5850838" fill="none" extrusionOk="0">
                        <a:moveTo>
                          <a:pt x="0" y="0"/>
                        </a:moveTo>
                        <a:cubicBezTo>
                          <a:pt x="199623" y="-38443"/>
                          <a:pt x="325669" y="57039"/>
                          <a:pt x="596185" y="0"/>
                        </a:cubicBezTo>
                        <a:cubicBezTo>
                          <a:pt x="866701" y="-57039"/>
                          <a:pt x="787814" y="30420"/>
                          <a:pt x="852545" y="0"/>
                        </a:cubicBezTo>
                        <a:cubicBezTo>
                          <a:pt x="917276" y="-30420"/>
                          <a:pt x="1407839" y="47840"/>
                          <a:pt x="1562005" y="0"/>
                        </a:cubicBezTo>
                        <a:cubicBezTo>
                          <a:pt x="1716171" y="-47840"/>
                          <a:pt x="1731284" y="20803"/>
                          <a:pt x="1818365" y="0"/>
                        </a:cubicBezTo>
                        <a:cubicBezTo>
                          <a:pt x="1905446" y="-20803"/>
                          <a:pt x="2249380" y="26975"/>
                          <a:pt x="2414550" y="0"/>
                        </a:cubicBezTo>
                        <a:cubicBezTo>
                          <a:pt x="2579720" y="-26975"/>
                          <a:pt x="2915166" y="64698"/>
                          <a:pt x="3237285" y="0"/>
                        </a:cubicBezTo>
                        <a:cubicBezTo>
                          <a:pt x="3559405" y="-64698"/>
                          <a:pt x="3882863" y="66094"/>
                          <a:pt x="4060021" y="0"/>
                        </a:cubicBezTo>
                        <a:cubicBezTo>
                          <a:pt x="4237179" y="-66094"/>
                          <a:pt x="4467026" y="6500"/>
                          <a:pt x="4769481" y="0"/>
                        </a:cubicBezTo>
                        <a:cubicBezTo>
                          <a:pt x="5071936" y="-6500"/>
                          <a:pt x="5093310" y="50141"/>
                          <a:pt x="5252391" y="0"/>
                        </a:cubicBezTo>
                        <a:cubicBezTo>
                          <a:pt x="5411472" y="-50141"/>
                          <a:pt x="5436744" y="20958"/>
                          <a:pt x="5508751" y="0"/>
                        </a:cubicBezTo>
                        <a:cubicBezTo>
                          <a:pt x="5580758" y="-20958"/>
                          <a:pt x="5871744" y="16120"/>
                          <a:pt x="5991661" y="0"/>
                        </a:cubicBezTo>
                        <a:cubicBezTo>
                          <a:pt x="6111578" y="-16120"/>
                          <a:pt x="6531829" y="10514"/>
                          <a:pt x="6701121" y="0"/>
                        </a:cubicBezTo>
                        <a:cubicBezTo>
                          <a:pt x="6870413" y="-10514"/>
                          <a:pt x="7297743" y="27207"/>
                          <a:pt x="7523857" y="0"/>
                        </a:cubicBezTo>
                        <a:cubicBezTo>
                          <a:pt x="7749971" y="-27207"/>
                          <a:pt x="7695579" y="24095"/>
                          <a:pt x="7780216" y="0"/>
                        </a:cubicBezTo>
                        <a:cubicBezTo>
                          <a:pt x="7864853" y="-24095"/>
                          <a:pt x="7908775" y="28511"/>
                          <a:pt x="8036576" y="0"/>
                        </a:cubicBezTo>
                        <a:cubicBezTo>
                          <a:pt x="8164377" y="-28511"/>
                          <a:pt x="8574440" y="58668"/>
                          <a:pt x="8859311" y="0"/>
                        </a:cubicBezTo>
                        <a:cubicBezTo>
                          <a:pt x="9144182" y="-58668"/>
                          <a:pt x="8995791" y="2810"/>
                          <a:pt x="9115671" y="0"/>
                        </a:cubicBezTo>
                        <a:cubicBezTo>
                          <a:pt x="9235551" y="-2810"/>
                          <a:pt x="9498764" y="57817"/>
                          <a:pt x="9711856" y="0"/>
                        </a:cubicBezTo>
                        <a:cubicBezTo>
                          <a:pt x="9924949" y="-57817"/>
                          <a:pt x="9902014" y="42847"/>
                          <a:pt x="10081491" y="0"/>
                        </a:cubicBezTo>
                        <a:cubicBezTo>
                          <a:pt x="10260968" y="-42847"/>
                          <a:pt x="10339792" y="22130"/>
                          <a:pt x="10451126" y="0"/>
                        </a:cubicBezTo>
                        <a:cubicBezTo>
                          <a:pt x="10562461" y="-22130"/>
                          <a:pt x="11121904" y="104730"/>
                          <a:pt x="11327518" y="0"/>
                        </a:cubicBezTo>
                        <a:cubicBezTo>
                          <a:pt x="11349373" y="158838"/>
                          <a:pt x="11271907" y="341595"/>
                          <a:pt x="11327518" y="468067"/>
                        </a:cubicBezTo>
                        <a:cubicBezTo>
                          <a:pt x="11383129" y="594539"/>
                          <a:pt x="11290595" y="699903"/>
                          <a:pt x="11327518" y="877626"/>
                        </a:cubicBezTo>
                        <a:cubicBezTo>
                          <a:pt x="11364441" y="1055349"/>
                          <a:pt x="11311139" y="1291464"/>
                          <a:pt x="11327518" y="1462710"/>
                        </a:cubicBezTo>
                        <a:cubicBezTo>
                          <a:pt x="11343897" y="1633956"/>
                          <a:pt x="11294761" y="1835313"/>
                          <a:pt x="11327518" y="1989285"/>
                        </a:cubicBezTo>
                        <a:cubicBezTo>
                          <a:pt x="11360275" y="2143258"/>
                          <a:pt x="11268549" y="2293901"/>
                          <a:pt x="11327518" y="2515860"/>
                        </a:cubicBezTo>
                        <a:cubicBezTo>
                          <a:pt x="11386487" y="2737820"/>
                          <a:pt x="11281097" y="2825914"/>
                          <a:pt x="11327518" y="3042436"/>
                        </a:cubicBezTo>
                        <a:cubicBezTo>
                          <a:pt x="11373939" y="3258958"/>
                          <a:pt x="11295965" y="3331182"/>
                          <a:pt x="11327518" y="3451994"/>
                        </a:cubicBezTo>
                        <a:cubicBezTo>
                          <a:pt x="11359071" y="3572806"/>
                          <a:pt x="11274012" y="3937258"/>
                          <a:pt x="11327518" y="4154095"/>
                        </a:cubicBezTo>
                        <a:cubicBezTo>
                          <a:pt x="11381024" y="4370932"/>
                          <a:pt x="11290036" y="4655051"/>
                          <a:pt x="11327518" y="4856196"/>
                        </a:cubicBezTo>
                        <a:cubicBezTo>
                          <a:pt x="11365000" y="5057341"/>
                          <a:pt x="11326694" y="5162254"/>
                          <a:pt x="11327518" y="5265754"/>
                        </a:cubicBezTo>
                        <a:cubicBezTo>
                          <a:pt x="11328342" y="5369254"/>
                          <a:pt x="11321784" y="5710376"/>
                          <a:pt x="11327518" y="5850838"/>
                        </a:cubicBezTo>
                        <a:cubicBezTo>
                          <a:pt x="11072871" y="5862066"/>
                          <a:pt x="10962964" y="5846984"/>
                          <a:pt x="10731333" y="5850838"/>
                        </a:cubicBezTo>
                        <a:cubicBezTo>
                          <a:pt x="10499702" y="5854692"/>
                          <a:pt x="10526837" y="5846583"/>
                          <a:pt x="10361698" y="5850838"/>
                        </a:cubicBezTo>
                        <a:cubicBezTo>
                          <a:pt x="10196559" y="5855093"/>
                          <a:pt x="10057834" y="5830159"/>
                          <a:pt x="9878788" y="5850838"/>
                        </a:cubicBezTo>
                        <a:cubicBezTo>
                          <a:pt x="9699742" y="5871517"/>
                          <a:pt x="9550020" y="5787227"/>
                          <a:pt x="9282603" y="5850838"/>
                        </a:cubicBezTo>
                        <a:cubicBezTo>
                          <a:pt x="9015187" y="5914449"/>
                          <a:pt x="8809030" y="5811108"/>
                          <a:pt x="8686418" y="5850838"/>
                        </a:cubicBezTo>
                        <a:cubicBezTo>
                          <a:pt x="8563807" y="5890568"/>
                          <a:pt x="8300289" y="5835449"/>
                          <a:pt x="7976957" y="5850838"/>
                        </a:cubicBezTo>
                        <a:cubicBezTo>
                          <a:pt x="7653625" y="5866227"/>
                          <a:pt x="7763164" y="5821858"/>
                          <a:pt x="7607323" y="5850838"/>
                        </a:cubicBezTo>
                        <a:cubicBezTo>
                          <a:pt x="7451482" y="5879818"/>
                          <a:pt x="7369641" y="5823798"/>
                          <a:pt x="7237688" y="5850838"/>
                        </a:cubicBezTo>
                        <a:cubicBezTo>
                          <a:pt x="7105735" y="5877878"/>
                          <a:pt x="6614599" y="5773841"/>
                          <a:pt x="6414952" y="5850838"/>
                        </a:cubicBezTo>
                        <a:cubicBezTo>
                          <a:pt x="6215305" y="5927835"/>
                          <a:pt x="5870983" y="5845212"/>
                          <a:pt x="5592217" y="5850838"/>
                        </a:cubicBezTo>
                        <a:cubicBezTo>
                          <a:pt x="5313451" y="5856464"/>
                          <a:pt x="5130990" y="5785107"/>
                          <a:pt x="4996032" y="5850838"/>
                        </a:cubicBezTo>
                        <a:cubicBezTo>
                          <a:pt x="4861074" y="5916569"/>
                          <a:pt x="4798691" y="5847178"/>
                          <a:pt x="4739672" y="5850838"/>
                        </a:cubicBezTo>
                        <a:cubicBezTo>
                          <a:pt x="4680653" y="5854498"/>
                          <a:pt x="4582011" y="5838269"/>
                          <a:pt x="4483312" y="5850838"/>
                        </a:cubicBezTo>
                        <a:cubicBezTo>
                          <a:pt x="4384613" y="5863407"/>
                          <a:pt x="3858308" y="5760206"/>
                          <a:pt x="3660577" y="5850838"/>
                        </a:cubicBezTo>
                        <a:cubicBezTo>
                          <a:pt x="3462847" y="5941470"/>
                          <a:pt x="3331316" y="5821704"/>
                          <a:pt x="3177667" y="5850838"/>
                        </a:cubicBezTo>
                        <a:cubicBezTo>
                          <a:pt x="3024018" y="5879972"/>
                          <a:pt x="2605027" y="5800646"/>
                          <a:pt x="2354931" y="5850838"/>
                        </a:cubicBezTo>
                        <a:cubicBezTo>
                          <a:pt x="2104835" y="5901030"/>
                          <a:pt x="1968527" y="5805912"/>
                          <a:pt x="1758746" y="5850838"/>
                        </a:cubicBezTo>
                        <a:cubicBezTo>
                          <a:pt x="1548965" y="5895764"/>
                          <a:pt x="1627155" y="5831445"/>
                          <a:pt x="1502387" y="5850838"/>
                        </a:cubicBezTo>
                        <a:cubicBezTo>
                          <a:pt x="1377619" y="5870231"/>
                          <a:pt x="1243411" y="5808250"/>
                          <a:pt x="1132752" y="5850838"/>
                        </a:cubicBezTo>
                        <a:cubicBezTo>
                          <a:pt x="1022093" y="5893426"/>
                          <a:pt x="841842" y="5813802"/>
                          <a:pt x="649842" y="5850838"/>
                        </a:cubicBezTo>
                        <a:cubicBezTo>
                          <a:pt x="457842" y="5887874"/>
                          <a:pt x="316547" y="5817400"/>
                          <a:pt x="0" y="5850838"/>
                        </a:cubicBezTo>
                        <a:cubicBezTo>
                          <a:pt x="-23010" y="5667982"/>
                          <a:pt x="26371" y="5376550"/>
                          <a:pt x="0" y="5207246"/>
                        </a:cubicBezTo>
                        <a:cubicBezTo>
                          <a:pt x="-26371" y="5037942"/>
                          <a:pt x="52499" y="4836475"/>
                          <a:pt x="0" y="4680670"/>
                        </a:cubicBezTo>
                        <a:cubicBezTo>
                          <a:pt x="-52499" y="4524865"/>
                          <a:pt x="38164" y="4424291"/>
                          <a:pt x="0" y="4271112"/>
                        </a:cubicBezTo>
                        <a:cubicBezTo>
                          <a:pt x="-38164" y="4117933"/>
                          <a:pt x="13038" y="3901346"/>
                          <a:pt x="0" y="3569011"/>
                        </a:cubicBezTo>
                        <a:cubicBezTo>
                          <a:pt x="-13038" y="3236676"/>
                          <a:pt x="26246" y="3283733"/>
                          <a:pt x="0" y="3159453"/>
                        </a:cubicBezTo>
                        <a:cubicBezTo>
                          <a:pt x="-26246" y="3035173"/>
                          <a:pt x="16811" y="2759597"/>
                          <a:pt x="0" y="2574369"/>
                        </a:cubicBezTo>
                        <a:cubicBezTo>
                          <a:pt x="-16811" y="2389141"/>
                          <a:pt x="25008" y="2066581"/>
                          <a:pt x="0" y="1872268"/>
                        </a:cubicBezTo>
                        <a:cubicBezTo>
                          <a:pt x="-25008" y="1677955"/>
                          <a:pt x="19918" y="1408387"/>
                          <a:pt x="0" y="1170168"/>
                        </a:cubicBezTo>
                        <a:cubicBezTo>
                          <a:pt x="-19918" y="931949"/>
                          <a:pt x="41231" y="841743"/>
                          <a:pt x="0" y="526575"/>
                        </a:cubicBezTo>
                        <a:cubicBezTo>
                          <a:pt x="-41231" y="211407"/>
                          <a:pt x="52995" y="160001"/>
                          <a:pt x="0" y="0"/>
                        </a:cubicBezTo>
                        <a:close/>
                      </a:path>
                      <a:path w="11327518" h="5850838" stroke="0" extrusionOk="0">
                        <a:moveTo>
                          <a:pt x="0" y="0"/>
                        </a:moveTo>
                        <a:cubicBezTo>
                          <a:pt x="190339" y="-52346"/>
                          <a:pt x="344887" y="51323"/>
                          <a:pt x="482910" y="0"/>
                        </a:cubicBezTo>
                        <a:cubicBezTo>
                          <a:pt x="620933" y="-51323"/>
                          <a:pt x="675871" y="19361"/>
                          <a:pt x="739270" y="0"/>
                        </a:cubicBezTo>
                        <a:cubicBezTo>
                          <a:pt x="802669" y="-19361"/>
                          <a:pt x="1325916" y="92536"/>
                          <a:pt x="1562005" y="0"/>
                        </a:cubicBezTo>
                        <a:cubicBezTo>
                          <a:pt x="1798094" y="-92536"/>
                          <a:pt x="1929995" y="27160"/>
                          <a:pt x="2044915" y="0"/>
                        </a:cubicBezTo>
                        <a:cubicBezTo>
                          <a:pt x="2159835" y="-27160"/>
                          <a:pt x="2302190" y="26229"/>
                          <a:pt x="2527825" y="0"/>
                        </a:cubicBezTo>
                        <a:cubicBezTo>
                          <a:pt x="2753460" y="-26229"/>
                          <a:pt x="3158478" y="63046"/>
                          <a:pt x="3350561" y="0"/>
                        </a:cubicBezTo>
                        <a:cubicBezTo>
                          <a:pt x="3542644" y="-63046"/>
                          <a:pt x="3595952" y="25830"/>
                          <a:pt x="3720195" y="0"/>
                        </a:cubicBezTo>
                        <a:cubicBezTo>
                          <a:pt x="3844438" y="-25830"/>
                          <a:pt x="4252403" y="57654"/>
                          <a:pt x="4542931" y="0"/>
                        </a:cubicBezTo>
                        <a:cubicBezTo>
                          <a:pt x="4833459" y="-57654"/>
                          <a:pt x="5188070" y="23753"/>
                          <a:pt x="5365666" y="0"/>
                        </a:cubicBezTo>
                        <a:cubicBezTo>
                          <a:pt x="5543262" y="-23753"/>
                          <a:pt x="5832864" y="57122"/>
                          <a:pt x="5961852" y="0"/>
                        </a:cubicBezTo>
                        <a:cubicBezTo>
                          <a:pt x="6090840" y="-57122"/>
                          <a:pt x="6563315" y="36277"/>
                          <a:pt x="6784587" y="0"/>
                        </a:cubicBezTo>
                        <a:cubicBezTo>
                          <a:pt x="7005859" y="-36277"/>
                          <a:pt x="7061557" y="9086"/>
                          <a:pt x="7267497" y="0"/>
                        </a:cubicBezTo>
                        <a:cubicBezTo>
                          <a:pt x="7473437" y="-9086"/>
                          <a:pt x="7618214" y="16848"/>
                          <a:pt x="7750407" y="0"/>
                        </a:cubicBezTo>
                        <a:cubicBezTo>
                          <a:pt x="7882600" y="-16848"/>
                          <a:pt x="8156801" y="57895"/>
                          <a:pt x="8459867" y="0"/>
                        </a:cubicBezTo>
                        <a:cubicBezTo>
                          <a:pt x="8762933" y="-57895"/>
                          <a:pt x="8800897" y="52657"/>
                          <a:pt x="8942777" y="0"/>
                        </a:cubicBezTo>
                        <a:cubicBezTo>
                          <a:pt x="9084657" y="-52657"/>
                          <a:pt x="9551186" y="15908"/>
                          <a:pt x="9765513" y="0"/>
                        </a:cubicBezTo>
                        <a:cubicBezTo>
                          <a:pt x="9979840" y="-15908"/>
                          <a:pt x="10213960" y="26999"/>
                          <a:pt x="10588248" y="0"/>
                        </a:cubicBezTo>
                        <a:cubicBezTo>
                          <a:pt x="10962536" y="-26999"/>
                          <a:pt x="10964858" y="21158"/>
                          <a:pt x="11327518" y="0"/>
                        </a:cubicBezTo>
                        <a:cubicBezTo>
                          <a:pt x="11329404" y="204381"/>
                          <a:pt x="11289217" y="381973"/>
                          <a:pt x="11327518" y="526575"/>
                        </a:cubicBezTo>
                        <a:cubicBezTo>
                          <a:pt x="11365819" y="671178"/>
                          <a:pt x="11303432" y="760079"/>
                          <a:pt x="11327518" y="936134"/>
                        </a:cubicBezTo>
                        <a:cubicBezTo>
                          <a:pt x="11351604" y="1112189"/>
                          <a:pt x="11297919" y="1245027"/>
                          <a:pt x="11327518" y="1404201"/>
                        </a:cubicBezTo>
                        <a:cubicBezTo>
                          <a:pt x="11357117" y="1563375"/>
                          <a:pt x="11301602" y="1789758"/>
                          <a:pt x="11327518" y="2047793"/>
                        </a:cubicBezTo>
                        <a:cubicBezTo>
                          <a:pt x="11353434" y="2305828"/>
                          <a:pt x="11265423" y="2366097"/>
                          <a:pt x="11327518" y="2574369"/>
                        </a:cubicBezTo>
                        <a:cubicBezTo>
                          <a:pt x="11389613" y="2782641"/>
                          <a:pt x="11298050" y="2885977"/>
                          <a:pt x="11327518" y="3042436"/>
                        </a:cubicBezTo>
                        <a:cubicBezTo>
                          <a:pt x="11356986" y="3198895"/>
                          <a:pt x="11263295" y="3536795"/>
                          <a:pt x="11327518" y="3686028"/>
                        </a:cubicBezTo>
                        <a:cubicBezTo>
                          <a:pt x="11391741" y="3835261"/>
                          <a:pt x="11265829" y="4108878"/>
                          <a:pt x="11327518" y="4271112"/>
                        </a:cubicBezTo>
                        <a:cubicBezTo>
                          <a:pt x="11389207" y="4433346"/>
                          <a:pt x="11286850" y="4673434"/>
                          <a:pt x="11327518" y="4856196"/>
                        </a:cubicBezTo>
                        <a:cubicBezTo>
                          <a:pt x="11368186" y="5038958"/>
                          <a:pt x="11295571" y="5472768"/>
                          <a:pt x="11327518" y="5850838"/>
                        </a:cubicBezTo>
                        <a:cubicBezTo>
                          <a:pt x="11111307" y="5854150"/>
                          <a:pt x="10831911" y="5818363"/>
                          <a:pt x="10618058" y="5850838"/>
                        </a:cubicBezTo>
                        <a:cubicBezTo>
                          <a:pt x="10404205" y="5883313"/>
                          <a:pt x="10429394" y="5845042"/>
                          <a:pt x="10248423" y="5850838"/>
                        </a:cubicBezTo>
                        <a:cubicBezTo>
                          <a:pt x="10067452" y="5856634"/>
                          <a:pt x="9754262" y="5801999"/>
                          <a:pt x="9538963" y="5850838"/>
                        </a:cubicBezTo>
                        <a:cubicBezTo>
                          <a:pt x="9323664" y="5899677"/>
                          <a:pt x="9361173" y="5826118"/>
                          <a:pt x="9282603" y="5850838"/>
                        </a:cubicBezTo>
                        <a:cubicBezTo>
                          <a:pt x="9204033" y="5875558"/>
                          <a:pt x="8854828" y="5769311"/>
                          <a:pt x="8573143" y="5850838"/>
                        </a:cubicBezTo>
                        <a:cubicBezTo>
                          <a:pt x="8291458" y="5932365"/>
                          <a:pt x="8290328" y="5811605"/>
                          <a:pt x="8203508" y="5850838"/>
                        </a:cubicBezTo>
                        <a:cubicBezTo>
                          <a:pt x="8116688" y="5890071"/>
                          <a:pt x="8057882" y="5831319"/>
                          <a:pt x="7947148" y="5850838"/>
                        </a:cubicBezTo>
                        <a:cubicBezTo>
                          <a:pt x="7836414" y="5870357"/>
                          <a:pt x="7730897" y="5812334"/>
                          <a:pt x="7577513" y="5850838"/>
                        </a:cubicBezTo>
                        <a:cubicBezTo>
                          <a:pt x="7424129" y="5889342"/>
                          <a:pt x="7192735" y="5821747"/>
                          <a:pt x="6868053" y="5850838"/>
                        </a:cubicBezTo>
                        <a:cubicBezTo>
                          <a:pt x="6543371" y="5879929"/>
                          <a:pt x="6663453" y="5837340"/>
                          <a:pt x="6498418" y="5850838"/>
                        </a:cubicBezTo>
                        <a:cubicBezTo>
                          <a:pt x="6333383" y="5864336"/>
                          <a:pt x="6333602" y="5842292"/>
                          <a:pt x="6242059" y="5850838"/>
                        </a:cubicBezTo>
                        <a:cubicBezTo>
                          <a:pt x="6150516" y="5859384"/>
                          <a:pt x="6020687" y="5825363"/>
                          <a:pt x="5872424" y="5850838"/>
                        </a:cubicBezTo>
                        <a:cubicBezTo>
                          <a:pt x="5724161" y="5876313"/>
                          <a:pt x="5575375" y="5837302"/>
                          <a:pt x="5389514" y="5850838"/>
                        </a:cubicBezTo>
                        <a:cubicBezTo>
                          <a:pt x="5203653" y="5864374"/>
                          <a:pt x="4926543" y="5825923"/>
                          <a:pt x="4793329" y="5850838"/>
                        </a:cubicBezTo>
                        <a:cubicBezTo>
                          <a:pt x="4660116" y="5875753"/>
                          <a:pt x="4540325" y="5848753"/>
                          <a:pt x="4423694" y="5850838"/>
                        </a:cubicBezTo>
                        <a:cubicBezTo>
                          <a:pt x="4307063" y="5852923"/>
                          <a:pt x="3918926" y="5782362"/>
                          <a:pt x="3600958" y="5850838"/>
                        </a:cubicBezTo>
                        <a:cubicBezTo>
                          <a:pt x="3282990" y="5919314"/>
                          <a:pt x="3205131" y="5781166"/>
                          <a:pt x="3004773" y="5850838"/>
                        </a:cubicBezTo>
                        <a:cubicBezTo>
                          <a:pt x="2804415" y="5920510"/>
                          <a:pt x="2430364" y="5791142"/>
                          <a:pt x="2182038" y="5850838"/>
                        </a:cubicBezTo>
                        <a:cubicBezTo>
                          <a:pt x="1933712" y="5910534"/>
                          <a:pt x="1721636" y="5784395"/>
                          <a:pt x="1472577" y="5850838"/>
                        </a:cubicBezTo>
                        <a:cubicBezTo>
                          <a:pt x="1223518" y="5917281"/>
                          <a:pt x="1109801" y="5807946"/>
                          <a:pt x="989667" y="5850838"/>
                        </a:cubicBezTo>
                        <a:cubicBezTo>
                          <a:pt x="869533" y="5893730"/>
                          <a:pt x="205328" y="5801417"/>
                          <a:pt x="0" y="5850838"/>
                        </a:cubicBezTo>
                        <a:cubicBezTo>
                          <a:pt x="-47768" y="5640259"/>
                          <a:pt x="9501" y="5481500"/>
                          <a:pt x="0" y="5382771"/>
                        </a:cubicBezTo>
                        <a:cubicBezTo>
                          <a:pt x="-9501" y="5284042"/>
                          <a:pt x="61414" y="5039869"/>
                          <a:pt x="0" y="4797687"/>
                        </a:cubicBezTo>
                        <a:cubicBezTo>
                          <a:pt x="-61414" y="4555505"/>
                          <a:pt x="17056" y="4422475"/>
                          <a:pt x="0" y="4095587"/>
                        </a:cubicBezTo>
                        <a:cubicBezTo>
                          <a:pt x="-17056" y="3768699"/>
                          <a:pt x="35192" y="3648981"/>
                          <a:pt x="0" y="3393486"/>
                        </a:cubicBezTo>
                        <a:cubicBezTo>
                          <a:pt x="-35192" y="3137991"/>
                          <a:pt x="33394" y="3043799"/>
                          <a:pt x="0" y="2749894"/>
                        </a:cubicBezTo>
                        <a:cubicBezTo>
                          <a:pt x="-33394" y="2455989"/>
                          <a:pt x="74061" y="2397224"/>
                          <a:pt x="0" y="2106302"/>
                        </a:cubicBezTo>
                        <a:cubicBezTo>
                          <a:pt x="-74061" y="1815380"/>
                          <a:pt x="61623" y="1626672"/>
                          <a:pt x="0" y="1462710"/>
                        </a:cubicBezTo>
                        <a:cubicBezTo>
                          <a:pt x="-61623" y="1298748"/>
                          <a:pt x="8561" y="1145488"/>
                          <a:pt x="0" y="994642"/>
                        </a:cubicBezTo>
                        <a:cubicBezTo>
                          <a:pt x="-8561" y="843796"/>
                          <a:pt x="79509" y="25923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37643405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re 1"/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427355"/>
              </a:xfrm>
            </p:spPr>
            <p:txBody>
              <a:bodyPr>
                <a:normAutofit/>
              </a:bodyPr>
              <a:lstStyle/>
              <a:p>
                <a:r>
                  <a:rPr lang="fr-CA" sz="22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Procédure en 6 étapes pour esquisser la courbe décrite par une fonction </a:t>
                </a:r>
                <a14:m>
                  <m:oMath xmlns:m="http://schemas.openxmlformats.org/officeDocument/2006/math">
                    <m:r>
                      <a:rPr lang="fr-CA" sz="2200" b="1" i="1">
                        <a:latin typeface="Cambria Math" panose="02040503050406030204" pitchFamily="18" charset="0"/>
                      </a:rPr>
                      <m:t>𝒇</m:t>
                    </m:r>
                    <m:r>
                      <a:rPr lang="fr-CA" sz="22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fr-CA" sz="22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fr-CA" sz="22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CA" sz="22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itr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427355"/>
              </a:xfrm>
              <a:blipFill>
                <a:blip r:embed="rId2"/>
                <a:stretch>
                  <a:fillRect l="-754" t="-14286" b="-24286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888274"/>
                <a:ext cx="10515600" cy="5695406"/>
              </a:xfrm>
            </p:spPr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rPr lang="fr-CA" b="1" dirty="0"/>
                  <a:t>1.  Détermination du domaine de </a:t>
                </a:r>
                <a14:m>
                  <m:oMath xmlns:m="http://schemas.openxmlformats.org/officeDocument/2006/math">
                    <m:r>
                      <a:rPr lang="fr-CA" b="1" i="1">
                        <a:latin typeface="Cambria Math" panose="02040503050406030204" pitchFamily="18" charset="0"/>
                      </a:rPr>
                      <m:t>𝒇</m:t>
                    </m:r>
                    <m:r>
                      <a:rPr lang="fr-CA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fr-CA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fr-CA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CA" b="1" dirty="0"/>
                  <a:t>, de son ordonnée à l’origine et de ses zéros</a:t>
                </a:r>
                <a:endParaRPr lang="fr-CA" dirty="0"/>
              </a:p>
              <a:p>
                <a:r>
                  <a:rPr lang="fr-CA" dirty="0"/>
                  <a:t>Domaine de </a:t>
                </a:r>
                <a14:m>
                  <m:oMath xmlns:m="http://schemas.openxmlformats.org/officeDocument/2006/math">
                    <m:r>
                      <a:rPr lang="fr-CA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fr-CA" dirty="0"/>
                  <a:t> : voir annexe A.12 et section 6.1.</a:t>
                </a:r>
              </a:p>
              <a:p>
                <a:r>
                  <a:rPr lang="fr-CA" dirty="0"/>
                  <a:t>Ordonnée à l’origine de </a:t>
                </a:r>
                <a14:m>
                  <m:oMath xmlns:m="http://schemas.openxmlformats.org/officeDocument/2006/math">
                    <m:r>
                      <a:rPr lang="fr-CA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fr-CA" dirty="0"/>
                  <a:t> : évaluer </a:t>
                </a:r>
                <a14:m>
                  <m:oMath xmlns:m="http://schemas.openxmlformats.org/officeDocument/2006/math">
                    <m:r>
                      <a:rPr lang="fr-CA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fr-CA" i="1"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r>
                  <a:rPr lang="fr-CA" dirty="0"/>
                  <a:t>.</a:t>
                </a:r>
              </a:p>
              <a:p>
                <a:r>
                  <a:rPr lang="fr-CA" dirty="0"/>
                  <a:t>Zéros de </a:t>
                </a:r>
                <a14:m>
                  <m:oMath xmlns:m="http://schemas.openxmlformats.org/officeDocument/2006/math">
                    <m:r>
                      <a:rPr lang="fr-CA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fr-CA" dirty="0"/>
                  <a:t> : résoudre </a:t>
                </a:r>
                <a14:m>
                  <m:oMath xmlns:m="http://schemas.openxmlformats.org/officeDocument/2006/math">
                    <m:r>
                      <a:rPr lang="fr-CA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fr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fr-CA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fr-CA" dirty="0"/>
                  <a:t>.</a:t>
                </a:r>
              </a:p>
              <a:p>
                <a:pPr marL="0" lvl="0" indent="0">
                  <a:buNone/>
                </a:pPr>
                <a:r>
                  <a:rPr lang="fr-CA" b="1" dirty="0"/>
                  <a:t>2.  Recherche des asymptotes horizontales et verticales</a:t>
                </a:r>
                <a:endParaRPr lang="fr-CA" dirty="0"/>
              </a:p>
              <a:p>
                <a:r>
                  <a:rPr lang="fr-CA" dirty="0"/>
                  <a:t>Asymptotes horizontales : voir sections 1.2.6 et 6.2.</a:t>
                </a:r>
              </a:p>
              <a:p>
                <a:r>
                  <a:rPr lang="fr-CA" dirty="0"/>
                  <a:t>Asymptotes verticales : voir sections 1.2.4 et 6.2.</a:t>
                </a:r>
              </a:p>
              <a:p>
                <a:pPr marL="0" lvl="0" indent="0">
                  <a:buNone/>
                </a:pPr>
                <a:r>
                  <a:rPr lang="fr-CA" b="1" dirty="0"/>
                  <a:t>3.  Détermination des valeurs critiques de </a:t>
                </a:r>
                <a14:m>
                  <m:oMath xmlns:m="http://schemas.openxmlformats.org/officeDocument/2006/math">
                    <m:r>
                      <a:rPr lang="fr-CA" b="1" i="1">
                        <a:latin typeface="Cambria Math" panose="02040503050406030204" pitchFamily="18" charset="0"/>
                      </a:rPr>
                      <m:t>𝒇</m:t>
                    </m:r>
                    <m:r>
                      <a:rPr lang="fr-CA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fr-CA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fr-CA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CA" dirty="0"/>
              </a:p>
              <a:p>
                <a:r>
                  <a:rPr lang="fr-CA" dirty="0"/>
                  <a:t>Voir section 5.1.</a:t>
                </a:r>
              </a:p>
              <a:p>
                <a:pPr marL="0" lvl="0" indent="0">
                  <a:buNone/>
                </a:pPr>
                <a:r>
                  <a:rPr lang="fr-CA" b="1" dirty="0"/>
                  <a:t>4.  Détermination des valeurs critiques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CA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CA" b="1" i="0" smtClean="0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p>
                        <m:r>
                          <a:rPr lang="fr-CA" b="1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fr-CA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fr-CA" dirty="0"/>
              </a:p>
              <a:p>
                <a:r>
                  <a:rPr lang="fr-CA" dirty="0"/>
                  <a:t>Voir sections 5.1 et 6.4.</a:t>
                </a:r>
              </a:p>
              <a:p>
                <a:pPr marL="0" lvl="0" indent="0">
                  <a:buNone/>
                </a:pPr>
                <a:r>
                  <a:rPr lang="fr-CA" b="1" dirty="0"/>
                  <a:t>5.  Construction du tableau des signes</a:t>
                </a:r>
                <a:endParaRPr lang="fr-CA" dirty="0"/>
              </a:p>
              <a:p>
                <a:r>
                  <a:rPr lang="fr-CA" dirty="0"/>
                  <a:t>Voir sections 5.1 </a:t>
                </a:r>
                <a:r>
                  <a:rPr lang="fr-CA"/>
                  <a:t>et 6.4.</a:t>
                </a:r>
                <a:endParaRPr lang="fr-CA" dirty="0"/>
              </a:p>
              <a:p>
                <a:pPr marL="0" lvl="0" indent="0">
                  <a:buNone/>
                </a:pPr>
                <a:r>
                  <a:rPr lang="fr-CA" b="1" dirty="0"/>
                  <a:t>6.  Esquisse de la courbe décrite par </a:t>
                </a:r>
                <a14:m>
                  <m:oMath xmlns:m="http://schemas.openxmlformats.org/officeDocument/2006/math">
                    <m:r>
                      <a:rPr lang="fr-CA" b="1" i="1">
                        <a:latin typeface="Cambria Math" panose="02040503050406030204" pitchFamily="18" charset="0"/>
                      </a:rPr>
                      <m:t>𝒇</m:t>
                    </m:r>
                    <m:r>
                      <a:rPr lang="fr-CA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fr-CA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fr-CA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CA" dirty="0"/>
              </a:p>
              <a:p>
                <a:r>
                  <a:rPr lang="fr-CA" dirty="0"/>
                  <a:t>Se baser sur les informations collectées aux étapes 1, 2 et 5.</a:t>
                </a:r>
              </a:p>
              <a:p>
                <a:pPr marL="0" indent="0">
                  <a:buNone/>
                </a:pPr>
                <a:endParaRPr lang="fr-CA" dirty="0"/>
              </a:p>
            </p:txBody>
          </p:sp>
        </mc:Choice>
        <mc:Fallback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88274"/>
                <a:ext cx="10515600" cy="5695406"/>
              </a:xfrm>
              <a:blipFill>
                <a:blip r:embed="rId3"/>
                <a:stretch>
                  <a:fillRect l="-754" t="-2248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415617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183</Words>
  <Application>Microsoft Office PowerPoint</Application>
  <PresentationFormat>Grand écran</PresentationFormat>
  <Paragraphs>20</Paragraphs>
  <Slides>24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Cambria</vt:lpstr>
      <vt:lpstr>Cambria Math</vt:lpstr>
      <vt:lpstr>Thème Office</vt:lpstr>
      <vt:lpstr>6.5 Esquisse de la courbe décrite par une fonction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Procédure en 6 étapes pour esquisser la courbe décrite par une fonction f(x)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Sylvain Bérubé</dc:creator>
  <cp:lastModifiedBy>Sylvain Bérubé</cp:lastModifiedBy>
  <cp:revision>18</cp:revision>
  <dcterms:created xsi:type="dcterms:W3CDTF">2020-11-07T01:35:12Z</dcterms:created>
  <dcterms:modified xsi:type="dcterms:W3CDTF">2025-03-22T16:37:38Z</dcterms:modified>
</cp:coreProperties>
</file>